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147480240" r:id="rId2"/>
    <p:sldId id="2147480121" r:id="rId3"/>
    <p:sldId id="2147480274" r:id="rId4"/>
    <p:sldId id="274" r:id="rId5"/>
    <p:sldId id="2147480258" r:id="rId6"/>
    <p:sldId id="2147480256" r:id="rId7"/>
    <p:sldId id="2147480259" r:id="rId8"/>
    <p:sldId id="2147480275"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5F43CE-9129-46C8-B098-9D24EF1B375C}" type="datetimeFigureOut">
              <a:rPr lang="pt-BR" smtClean="0"/>
              <a:t>30/10/2026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4C099-A717-419F-835C-3B359902A66A}" type="slidenum">
              <a:rPr lang="pt-BR" smtClean="0"/>
              <a:t>‹nº›</a:t>
            </a:fld>
            <a:endParaRPr lang="pt-BR"/>
          </a:p>
        </p:txBody>
      </p:sp>
    </p:spTree>
    <p:extLst>
      <p:ext uri="{BB962C8B-B14F-4D97-AF65-F5344CB8AC3E}">
        <p14:creationId xmlns:p14="http://schemas.microsoft.com/office/powerpoint/2010/main" val="4251455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09A0AC0F-3B5C-4A40-8C97-AE23B77EF2F0}" type="slidenum">
              <a:rPr lang="pt-BR" smtClean="0"/>
              <a:t>2</a:t>
            </a:fld>
            <a:endParaRPr lang="pt-BR"/>
          </a:p>
        </p:txBody>
      </p:sp>
    </p:spTree>
    <p:extLst>
      <p:ext uri="{BB962C8B-B14F-4D97-AF65-F5344CB8AC3E}">
        <p14:creationId xmlns:p14="http://schemas.microsoft.com/office/powerpoint/2010/main" val="418238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BC007-3C3F-BB88-BAAF-881A153BAE3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B43A67F-FBB9-DF40-4570-8C2FCA84715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A3290ED-E6A2-58B9-027B-1AECF80CA2D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990A48F-769A-A9AA-59B2-D07F9E443F83}"/>
              </a:ext>
            </a:extLst>
          </p:cNvPr>
          <p:cNvSpPr>
            <a:spLocks noGrp="1"/>
          </p:cNvSpPr>
          <p:nvPr>
            <p:ph type="sldNum" sz="quarter" idx="5"/>
          </p:nvPr>
        </p:nvSpPr>
        <p:spPr/>
        <p:txBody>
          <a:bodyPr/>
          <a:lstStyle/>
          <a:p>
            <a:fld id="{09A0AC0F-3B5C-4A40-8C97-AE23B77EF2F0}" type="slidenum">
              <a:rPr lang="pt-BR" smtClean="0"/>
              <a:t>3</a:t>
            </a:fld>
            <a:endParaRPr lang="pt-BR"/>
          </a:p>
        </p:txBody>
      </p:sp>
    </p:spTree>
    <p:extLst>
      <p:ext uri="{BB962C8B-B14F-4D97-AF65-F5344CB8AC3E}">
        <p14:creationId xmlns:p14="http://schemas.microsoft.com/office/powerpoint/2010/main" val="3952516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a:extLst>
            <a:ext uri="{FF2B5EF4-FFF2-40B4-BE49-F238E27FC236}">
              <a16:creationId xmlns:a16="http://schemas.microsoft.com/office/drawing/2014/main" id="{B8EFBA11-C1A3-6F6E-7456-8DEF7AB70037}"/>
            </a:ext>
          </a:extLst>
        </p:cNvPr>
        <p:cNvGrpSpPr/>
        <p:nvPr/>
      </p:nvGrpSpPr>
      <p:grpSpPr>
        <a:xfrm>
          <a:off x="0" y="0"/>
          <a:ext cx="0" cy="0"/>
          <a:chOff x="0" y="0"/>
          <a:chExt cx="0" cy="0"/>
        </a:xfrm>
      </p:grpSpPr>
      <p:sp>
        <p:nvSpPr>
          <p:cNvPr id="548" name="Google Shape;548;g155f102479b_0_364:notes">
            <a:extLst>
              <a:ext uri="{FF2B5EF4-FFF2-40B4-BE49-F238E27FC236}">
                <a16:creationId xmlns:a16="http://schemas.microsoft.com/office/drawing/2014/main" id="{8E67D564-C17C-7BBC-077E-E02A1816BAB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g155f102479b_0_364:notes">
            <a:extLst>
              <a:ext uri="{FF2B5EF4-FFF2-40B4-BE49-F238E27FC236}">
                <a16:creationId xmlns:a16="http://schemas.microsoft.com/office/drawing/2014/main" id="{5E722076-C39B-026B-DC12-78F1DE0804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679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E336-4637-B3D7-E33B-E6D766196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FF2E2-C50A-A92B-94DE-C61DC5CE2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611C2-D3F3-393E-E174-D557B74747E3}"/>
              </a:ext>
            </a:extLst>
          </p:cNvPr>
          <p:cNvSpPr>
            <a:spLocks noGrp="1"/>
          </p:cNvSpPr>
          <p:nvPr>
            <p:ph type="body" idx="1"/>
          </p:nvPr>
        </p:nvSpPr>
        <p:spPr/>
        <p:txBody>
          <a:bodyPr/>
          <a:lstStyle/>
          <a:p>
            <a:r>
              <a:rPr lang="pt-BR"/>
              <a:t>Parceiros e clientes</a:t>
            </a:r>
          </a:p>
        </p:txBody>
      </p:sp>
      <p:sp>
        <p:nvSpPr>
          <p:cNvPr id="4" name="Slide Number Placeholder 3">
            <a:extLst>
              <a:ext uri="{FF2B5EF4-FFF2-40B4-BE49-F238E27FC236}">
                <a16:creationId xmlns:a16="http://schemas.microsoft.com/office/drawing/2014/main" id="{D2640E69-847B-AAD6-DCFE-5F114EE4E35C}"/>
              </a:ext>
            </a:extLst>
          </p:cNvPr>
          <p:cNvSpPr>
            <a:spLocks noGrp="1"/>
          </p:cNvSpPr>
          <p:nvPr>
            <p:ph type="sldNum" sz="quarter" idx="5"/>
          </p:nvPr>
        </p:nvSpPr>
        <p:spPr/>
        <p:txBody>
          <a:bodyPr/>
          <a:lstStyle/>
          <a:p>
            <a:fld id="{50D2E82F-F63F-4276-A5EC-B5254BDF8610}" type="slidenum">
              <a:rPr lang="pt-BR" smtClean="0"/>
              <a:t>8</a:t>
            </a:fld>
            <a:endParaRPr lang="pt-BR"/>
          </a:p>
        </p:txBody>
      </p:sp>
    </p:spTree>
    <p:extLst>
      <p:ext uri="{BB962C8B-B14F-4D97-AF65-F5344CB8AC3E}">
        <p14:creationId xmlns:p14="http://schemas.microsoft.com/office/powerpoint/2010/main" val="74618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F743D8-B187-6B42-5CB6-B6F4AEE6B28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9C5D4E3F-C8E0-6FE6-DDD2-6B3A0A7C83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3C635AC-508A-86AD-9478-7A0EEDAFE246}"/>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73BFB1F8-A93A-DD59-548A-41F705D954C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D99700F-4294-32F2-80A6-ADDCE0BE8A7D}"/>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530672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F91A9-E2C1-8C1F-29E3-492C59AE06A1}"/>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52F1644-0886-F89B-3EC2-1B38B1D2ED4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46C1FDB-6EE6-33CF-8A72-6122D3D7C1C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3FE67BE2-9568-ED29-A6DC-A8F437F380C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446E179-CAC0-40AE-B00A-5EB638B21E0E}"/>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770079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320FB-C482-7EC7-8904-3A62F44149E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7004AA3-9B4D-5FAC-C428-E2CEC83B4F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E6A99D1-111F-DDDD-029F-23BB4835BB16}"/>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E19E050A-22C5-F3E4-597E-04999EF3518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C7803F7-10A9-E0EC-C516-E1E94C56224D}"/>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54236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AAEBE5-FFF8-3E8C-7295-8B3838E2280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53FF63A-A4B1-DFC2-1CE8-049B696B07BA}"/>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F80532A-23AB-E291-36EA-79040F5C1B52}"/>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13E82E3D-BE90-B2FA-9E00-D197A7457E9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0B747817-DF23-C22F-F8B8-B69E35FB812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54FB116-5661-3058-F595-54622B02E04B}"/>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41667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606391-BA13-164C-BCBF-00510760DC9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1B84F38-3C87-99C4-0DC9-EF6877E915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1B84C485-0D30-0F2A-01D9-D1DFA7B0C86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90639AB-A84A-B6EA-927E-4451EA185B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A8231D9-F43E-86AE-B719-CED295732A3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53959D8-B054-FAB6-BA62-94D99CD62BC8}"/>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8" name="Espaço Reservado para Rodapé 7">
            <a:extLst>
              <a:ext uri="{FF2B5EF4-FFF2-40B4-BE49-F238E27FC236}">
                <a16:creationId xmlns:a16="http://schemas.microsoft.com/office/drawing/2014/main" id="{85DA3148-110F-F075-C255-236F3C4CC10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416B8183-B995-F40C-A27D-40B6F4290E72}"/>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19700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22F8E7-1087-ED5E-AD4C-DEB689A2313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070C3F1C-6661-49AD-B100-E38ACC5AA4A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4" name="Espaço Reservado para Rodapé 3">
            <a:extLst>
              <a:ext uri="{FF2B5EF4-FFF2-40B4-BE49-F238E27FC236}">
                <a16:creationId xmlns:a16="http://schemas.microsoft.com/office/drawing/2014/main" id="{74030CF7-0DC6-F2EB-296F-BD442BC3CA1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FF273B3-C094-929D-568C-CB081C3C7954}"/>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16955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0BBED78-BD9F-4D88-D034-174985C324E3}"/>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3" name="Espaço Reservado para Rodapé 2">
            <a:extLst>
              <a:ext uri="{FF2B5EF4-FFF2-40B4-BE49-F238E27FC236}">
                <a16:creationId xmlns:a16="http://schemas.microsoft.com/office/drawing/2014/main" id="{43B05736-439D-57F7-FD55-0C59D237458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1A83519-7EAB-84D2-DF98-2838303995BA}"/>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45636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11B355-C131-6FFE-995A-C1EB0D12828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C548713B-4713-D559-5614-6CE561DC7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AC67097-70E9-19B9-3B8A-890BE9BC7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2938EBE-E2D2-7E83-608D-1F496F1628A4}"/>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5F586198-BB99-807B-08BF-2B4A25AF62F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B4B22E2-B1EB-41AC-2D46-7B013A4A41F1}"/>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342524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783F11-08E3-AA42-C89A-0B44979B800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AB634381-9B47-CFD3-CA07-47A7200B8AA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DA2D288-7C81-4733-0E3B-D1E1452B6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E5A96F4-4312-8FF8-E5AF-9673F19A4DF7}"/>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589BD258-DE00-4E35-FDF4-8C3A08D796B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E54E622-CC4A-CC6C-0ACD-71D0B3D38D8C}"/>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311669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F1BAF-C7DD-A650-2152-C7CB82632195}"/>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0AC3DC5-1953-7C5C-AA30-2FCE0DEB496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16FEE8F-F453-FC5B-A090-74C36BB46EAE}"/>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7F7CC854-AB46-D7DB-D857-5B999A98614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F51709A-FA55-9758-C200-BB548DA94F98}"/>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47535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A89D53-BBA6-7DE3-2C3D-F03E99A489C1}"/>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3C1E714D-0FFA-991D-5FEC-DDA31557184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99E7B14-2D8B-C0EF-F979-084DB73E7945}"/>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E6559F1C-E290-FDB4-0686-3B3783032B0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5DD3BC-7210-048C-8EE3-575525164A33}"/>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3416956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665040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ECC02F4-6297-2791-CEE9-B5BC5DDD8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05F4DF76-FF97-8372-C524-65F24A1E6C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75C1A89-A070-7773-066F-56665FFA05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5046B57D-4AC0-FFAC-992B-68136CFF89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8CB7B20-4110-1B36-3B68-6108069BC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F89AEE-0605-4593-BE68-7C226E0D08B7}" type="slidenum">
              <a:rPr lang="pt-BR" smtClean="0"/>
              <a:t>‹nº›</a:t>
            </a:fld>
            <a:endParaRPr lang="pt-BR"/>
          </a:p>
        </p:txBody>
      </p:sp>
    </p:spTree>
    <p:extLst>
      <p:ext uri="{BB962C8B-B14F-4D97-AF65-F5344CB8AC3E}">
        <p14:creationId xmlns:p14="http://schemas.microsoft.com/office/powerpoint/2010/main" val="2228485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3.svg"/><Relationship Id="rId18" Type="http://schemas.openxmlformats.org/officeDocument/2006/relationships/hyperlink" Target="mailto:Ktathleen.mulsa@ambipar.com" TargetMode="External"/><Relationship Id="rId3" Type="http://schemas.openxmlformats.org/officeDocument/2006/relationships/image" Target="../media/image2.svg"/><Relationship Id="rId21" Type="http://schemas.openxmlformats.org/officeDocument/2006/relationships/hyperlink" Target="mailto:nicolas.miranda@ambipar.com" TargetMode="External"/><Relationship Id="rId7" Type="http://schemas.openxmlformats.org/officeDocument/2006/relationships/image" Target="../media/image10.png"/><Relationship Id="rId12" Type="http://schemas.openxmlformats.org/officeDocument/2006/relationships/hyperlink" Target="mailto:huise.matsumura@ambipar.com" TargetMode="External"/><Relationship Id="rId17" Type="http://schemas.openxmlformats.org/officeDocument/2006/relationships/image" Target="../media/image15.jpeg"/><Relationship Id="rId2" Type="http://schemas.openxmlformats.org/officeDocument/2006/relationships/image" Target="../media/image8.png"/><Relationship Id="rId16" Type="http://schemas.openxmlformats.org/officeDocument/2006/relationships/hyperlink" Target="mailto:juliana.navea@ambipar.com" TargetMode="External"/><Relationship Id="rId20"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hyperlink" Target="mailto:sabrina.andrade@ambipar.com" TargetMode="External"/><Relationship Id="rId11" Type="http://schemas.openxmlformats.org/officeDocument/2006/relationships/hyperlink" Target="mailto:amanda.bom@ambipar.com" TargetMode="External"/><Relationship Id="rId5" Type="http://schemas.openxmlformats.org/officeDocument/2006/relationships/image" Target="../media/image9.svg"/><Relationship Id="rId15" Type="http://schemas.microsoft.com/office/2007/relationships/hdphoto" Target="../media/hdphoto2.wdp"/><Relationship Id="rId23" Type="http://schemas.openxmlformats.org/officeDocument/2006/relationships/image" Target="../media/image6.svg"/><Relationship Id="rId10" Type="http://schemas.openxmlformats.org/officeDocument/2006/relationships/image" Target="../media/image12.png"/><Relationship Id="rId19" Type="http://schemas.openxmlformats.org/officeDocument/2006/relationships/image" Target="../media/image16.jpeg"/><Relationship Id="rId4" Type="http://schemas.openxmlformats.org/officeDocument/2006/relationships/hyperlink" Target="mailto:carlos.fiorillo@ambipar.com" TargetMode="External"/><Relationship Id="rId9" Type="http://schemas.openxmlformats.org/officeDocument/2006/relationships/image" Target="../media/image11.svg"/><Relationship Id="rId14" Type="http://schemas.openxmlformats.org/officeDocument/2006/relationships/image" Target="../media/image14.png"/><Relationship Id="rId22" Type="http://schemas.openxmlformats.org/officeDocument/2006/relationships/image" Target="../media/image18.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21.emf"/><Relationship Id="rId5" Type="http://schemas.openxmlformats.org/officeDocument/2006/relationships/package" Target="../embeddings/Microsoft_Excel_Worksheet.xlsx"/><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3" Type="http://schemas.openxmlformats.org/officeDocument/2006/relationships/image" Target="../media/image31.png"/><Relationship Id="rId18" Type="http://schemas.openxmlformats.org/officeDocument/2006/relationships/image" Target="../media/image36.png"/><Relationship Id="rId26" Type="http://schemas.openxmlformats.org/officeDocument/2006/relationships/image" Target="../media/image44.jpeg"/><Relationship Id="rId39" Type="http://schemas.openxmlformats.org/officeDocument/2006/relationships/image" Target="../media/image56.png"/><Relationship Id="rId21" Type="http://schemas.openxmlformats.org/officeDocument/2006/relationships/image" Target="../media/image39.png"/><Relationship Id="rId34" Type="http://schemas.openxmlformats.org/officeDocument/2006/relationships/image" Target="../media/image52.png"/><Relationship Id="rId42" Type="http://schemas.openxmlformats.org/officeDocument/2006/relationships/image" Target="../media/image59.png"/><Relationship Id="rId47" Type="http://schemas.openxmlformats.org/officeDocument/2006/relationships/image" Target="../media/image64.png"/><Relationship Id="rId50" Type="http://schemas.openxmlformats.org/officeDocument/2006/relationships/image" Target="../media/image67.png"/><Relationship Id="rId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34.jpeg"/><Relationship Id="rId29" Type="http://schemas.openxmlformats.org/officeDocument/2006/relationships/image" Target="../media/image47.jpeg"/><Relationship Id="rId11" Type="http://schemas.openxmlformats.org/officeDocument/2006/relationships/image" Target="../media/image29.png"/><Relationship Id="rId24" Type="http://schemas.openxmlformats.org/officeDocument/2006/relationships/image" Target="../media/image42.png"/><Relationship Id="rId32" Type="http://schemas.openxmlformats.org/officeDocument/2006/relationships/image" Target="../media/image50.png"/><Relationship Id="rId37" Type="http://schemas.openxmlformats.org/officeDocument/2006/relationships/image" Target="../media/image54.png"/><Relationship Id="rId40" Type="http://schemas.openxmlformats.org/officeDocument/2006/relationships/image" Target="../media/image57.png"/><Relationship Id="rId45" Type="http://schemas.openxmlformats.org/officeDocument/2006/relationships/image" Target="../media/image62.png"/><Relationship Id="rId53" Type="http://schemas.openxmlformats.org/officeDocument/2006/relationships/image" Target="../media/image6.svg"/><Relationship Id="rId5" Type="http://schemas.openxmlformats.org/officeDocument/2006/relationships/image" Target="../media/image23.png"/><Relationship Id="rId10" Type="http://schemas.openxmlformats.org/officeDocument/2006/relationships/image" Target="../media/image28.png"/><Relationship Id="rId19" Type="http://schemas.openxmlformats.org/officeDocument/2006/relationships/image" Target="../media/image37.png"/><Relationship Id="rId31" Type="http://schemas.openxmlformats.org/officeDocument/2006/relationships/image" Target="../media/image49.png"/><Relationship Id="rId44" Type="http://schemas.openxmlformats.org/officeDocument/2006/relationships/image" Target="../media/image61.jpeg"/><Relationship Id="rId52" Type="http://schemas.openxmlformats.org/officeDocument/2006/relationships/image" Target="../media/image69.jpeg"/><Relationship Id="rId4" Type="http://schemas.openxmlformats.org/officeDocument/2006/relationships/image" Target="../media/image22.png"/><Relationship Id="rId9" Type="http://schemas.openxmlformats.org/officeDocument/2006/relationships/image" Target="../media/image27.jpeg"/><Relationship Id="rId14" Type="http://schemas.openxmlformats.org/officeDocument/2006/relationships/image" Target="../media/image32.jpeg"/><Relationship Id="rId22" Type="http://schemas.openxmlformats.org/officeDocument/2006/relationships/image" Target="../media/image40.jpeg"/><Relationship Id="rId27" Type="http://schemas.openxmlformats.org/officeDocument/2006/relationships/image" Target="../media/image45.png"/><Relationship Id="rId30" Type="http://schemas.openxmlformats.org/officeDocument/2006/relationships/image" Target="../media/image48.png"/><Relationship Id="rId35" Type="http://schemas.openxmlformats.org/officeDocument/2006/relationships/image" Target="../media/image53.png"/><Relationship Id="rId43" Type="http://schemas.openxmlformats.org/officeDocument/2006/relationships/image" Target="../media/image60.png"/><Relationship Id="rId48" Type="http://schemas.openxmlformats.org/officeDocument/2006/relationships/image" Target="../media/image65.png"/><Relationship Id="rId8" Type="http://schemas.openxmlformats.org/officeDocument/2006/relationships/image" Target="../media/image26.png"/><Relationship Id="rId51" Type="http://schemas.openxmlformats.org/officeDocument/2006/relationships/image" Target="../media/image68.png"/><Relationship Id="rId3" Type="http://schemas.openxmlformats.org/officeDocument/2006/relationships/image" Target="../media/image19.svg"/><Relationship Id="rId12" Type="http://schemas.openxmlformats.org/officeDocument/2006/relationships/image" Target="../media/image30.png"/><Relationship Id="rId17" Type="http://schemas.openxmlformats.org/officeDocument/2006/relationships/image" Target="../media/image35.png"/><Relationship Id="rId25" Type="http://schemas.openxmlformats.org/officeDocument/2006/relationships/image" Target="../media/image43.png"/><Relationship Id="rId33" Type="http://schemas.openxmlformats.org/officeDocument/2006/relationships/image" Target="../media/image51.png"/><Relationship Id="rId38" Type="http://schemas.openxmlformats.org/officeDocument/2006/relationships/image" Target="../media/image55.png"/><Relationship Id="rId46" Type="http://schemas.openxmlformats.org/officeDocument/2006/relationships/image" Target="../media/image63.png"/><Relationship Id="rId20" Type="http://schemas.openxmlformats.org/officeDocument/2006/relationships/image" Target="../media/image38.png"/><Relationship Id="rId41" Type="http://schemas.openxmlformats.org/officeDocument/2006/relationships/image" Target="../media/image58.jpeg"/><Relationship Id="rId1" Type="http://schemas.openxmlformats.org/officeDocument/2006/relationships/slideLayout" Target="../slideLayouts/slideLayout1.xml"/><Relationship Id="rId6" Type="http://schemas.openxmlformats.org/officeDocument/2006/relationships/image" Target="../media/image24.svg"/><Relationship Id="rId15" Type="http://schemas.openxmlformats.org/officeDocument/2006/relationships/image" Target="../media/image33.png"/><Relationship Id="rId23" Type="http://schemas.openxmlformats.org/officeDocument/2006/relationships/image" Target="../media/image41.png"/><Relationship Id="rId28" Type="http://schemas.openxmlformats.org/officeDocument/2006/relationships/image" Target="../media/image46.png"/><Relationship Id="rId36" Type="http://schemas.openxmlformats.org/officeDocument/2006/relationships/image" Target="../media/image3.png"/><Relationship Id="rId49" Type="http://schemas.openxmlformats.org/officeDocument/2006/relationships/image" Target="../media/image66.png"/></Relationships>
</file>

<file path=ppt/slides/_rels/slide8.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hyperlink" Target="https://www.youtube.com/TricicloSolucoesSustentaveis" TargetMode="External"/><Relationship Id="rId3" Type="http://schemas.openxmlformats.org/officeDocument/2006/relationships/image" Target="../media/image70.jpeg"/><Relationship Id="rId7" Type="http://schemas.openxmlformats.org/officeDocument/2006/relationships/image" Target="../media/image73.svg"/><Relationship Id="rId12" Type="http://schemas.openxmlformats.org/officeDocument/2006/relationships/image" Target="../media/image7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2.svg"/><Relationship Id="rId11" Type="http://schemas.openxmlformats.org/officeDocument/2006/relationships/hyperlink" Target="https://www.instagram.com/ambipar.br/" TargetMode="External"/><Relationship Id="rId5" Type="http://schemas.openxmlformats.org/officeDocument/2006/relationships/image" Target="../media/image2.svg"/><Relationship Id="rId15" Type="http://schemas.openxmlformats.org/officeDocument/2006/relationships/image" Target="../media/image78.svg"/><Relationship Id="rId10" Type="http://schemas.openxmlformats.org/officeDocument/2006/relationships/image" Target="../media/image75.svg"/><Relationship Id="rId4" Type="http://schemas.openxmlformats.org/officeDocument/2006/relationships/image" Target="../media/image71.svg"/><Relationship Id="rId9" Type="http://schemas.openxmlformats.org/officeDocument/2006/relationships/hyperlink" Target="https://www.linkedin.com/company/ambipar-br/" TargetMode="External"/><Relationship Id="rId14" Type="http://schemas.openxmlformats.org/officeDocument/2006/relationships/image" Target="../media/image7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ráfico 20">
            <a:extLst>
              <a:ext uri="{FF2B5EF4-FFF2-40B4-BE49-F238E27FC236}">
                <a16:creationId xmlns:a16="http://schemas.microsoft.com/office/drawing/2014/main" id="{2B139723-E9C9-F990-E951-FA06F43C10D9}"/>
              </a:ext>
            </a:extLst>
          </p:cNvPr>
          <p:cNvPicPr>
            <a:picLocks noChangeAspect="1"/>
          </p:cNvPicPr>
          <p:nvPr/>
        </p:nvPicPr>
        <p:blipFill>
          <a:blip>
            <a:extLst>
              <a:ext uri="{96DAC541-7B7A-43D3-8B79-37D633B846F1}">
                <asvg:svgBlip xmlns:asvg="http://schemas.microsoft.com/office/drawing/2016/SVG/main" r:embed="rId2"/>
              </a:ext>
            </a:extLst>
          </a:blip>
          <a:srcRect l="72070" t="16561" b="25404"/>
          <a:stretch/>
        </p:blipFill>
        <p:spPr>
          <a:xfrm>
            <a:off x="-1" y="0"/>
            <a:ext cx="3278455" cy="6837248"/>
          </a:xfrm>
          <a:prstGeom prst="rect">
            <a:avLst/>
          </a:prstGeom>
        </p:spPr>
      </p:pic>
      <p:sp>
        <p:nvSpPr>
          <p:cNvPr id="14" name="Subtitle 2">
            <a:extLst>
              <a:ext uri="{FF2B5EF4-FFF2-40B4-BE49-F238E27FC236}">
                <a16:creationId xmlns:a16="http://schemas.microsoft.com/office/drawing/2014/main" id="{5E61A3A2-EA67-75F1-B694-5034D6F6174E}"/>
              </a:ext>
            </a:extLst>
          </p:cNvPr>
          <p:cNvSpPr txBox="1">
            <a:spLocks/>
          </p:cNvSpPr>
          <p:nvPr/>
        </p:nvSpPr>
        <p:spPr>
          <a:xfrm>
            <a:off x="4504641" y="1491822"/>
            <a:ext cx="4773684" cy="449845"/>
          </a:xfrm>
          <a:prstGeom prst="roundRect">
            <a:avLst>
              <a:gd name="adj" fmla="val 50000"/>
            </a:avLst>
          </a:prstGeom>
          <a:noFill/>
          <a:ln>
            <a:solidFill>
              <a:srgbClr val="000000"/>
            </a:solidFill>
          </a:ln>
        </p:spPr>
        <p:txBody>
          <a:bodyPr anchor="ct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899"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20000"/>
              </a:lnSpc>
              <a:buNone/>
            </a:pPr>
            <a:r>
              <a:rPr lang="pt-BR" sz="1600">
                <a:solidFill>
                  <a:srgbClr val="032224"/>
                </a:solidFill>
                <a:latin typeface="Neo Sans Std Medium" panose="020B0704030504040204" pitchFamily="34" charset="0"/>
                <a:cs typeface="Poppins ExtraBold" panose="00000900000000000000" pitchFamily="2" charset="0"/>
              </a:rPr>
              <a:t>SUAS MARCAS COM O SELO CIRCULAR PACK</a:t>
            </a:r>
          </a:p>
        </p:txBody>
      </p:sp>
      <p:grpSp>
        <p:nvGrpSpPr>
          <p:cNvPr id="16" name="Agrupar 15">
            <a:extLst>
              <a:ext uri="{FF2B5EF4-FFF2-40B4-BE49-F238E27FC236}">
                <a16:creationId xmlns:a16="http://schemas.microsoft.com/office/drawing/2014/main" id="{635DB848-60FA-B5F0-EA40-366D5A575C49}"/>
              </a:ext>
            </a:extLst>
          </p:cNvPr>
          <p:cNvGrpSpPr/>
          <p:nvPr/>
        </p:nvGrpSpPr>
        <p:grpSpPr>
          <a:xfrm>
            <a:off x="11284747" y="0"/>
            <a:ext cx="907254" cy="885822"/>
            <a:chOff x="11284747" y="0"/>
            <a:chExt cx="907254" cy="885822"/>
          </a:xfrm>
        </p:grpSpPr>
        <p:sp>
          <p:nvSpPr>
            <p:cNvPr id="17" name="object 5">
              <a:extLst>
                <a:ext uri="{FF2B5EF4-FFF2-40B4-BE49-F238E27FC236}">
                  <a16:creationId xmlns:a16="http://schemas.microsoft.com/office/drawing/2014/main" id="{2B78AE43-FC6B-312E-1E4B-DD16E07810F0}"/>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18" name="Gráfico 17">
              <a:extLst>
                <a:ext uri="{FF2B5EF4-FFF2-40B4-BE49-F238E27FC236}">
                  <a16:creationId xmlns:a16="http://schemas.microsoft.com/office/drawing/2014/main" id="{5121110A-9F8B-FEAA-117E-1606E7B77B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09953" y="84750"/>
              <a:ext cx="400241" cy="400241"/>
            </a:xfrm>
            <a:prstGeom prst="rect">
              <a:avLst/>
            </a:prstGeom>
          </p:spPr>
        </p:pic>
      </p:grpSp>
      <p:sp>
        <p:nvSpPr>
          <p:cNvPr id="19" name="Retângulo 18">
            <a:extLst>
              <a:ext uri="{FF2B5EF4-FFF2-40B4-BE49-F238E27FC236}">
                <a16:creationId xmlns:a16="http://schemas.microsoft.com/office/drawing/2014/main" id="{62010544-40F6-C3FB-B060-26B70BD9EC89}"/>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FC1D2469-8C3B-AED4-A236-A00E42C6FE86}"/>
              </a:ext>
            </a:extLst>
          </p:cNvPr>
          <p:cNvSpPr txBox="1"/>
          <p:nvPr/>
        </p:nvSpPr>
        <p:spPr>
          <a:xfrm>
            <a:off x="3238591" y="713408"/>
            <a:ext cx="7305784" cy="769441"/>
          </a:xfrm>
          <a:prstGeom prst="rect">
            <a:avLst/>
          </a:prstGeom>
          <a:noFill/>
        </p:spPr>
        <p:txBody>
          <a:bodyPr wrap="square" rtlCol="0">
            <a:spAutoFit/>
          </a:bodyPr>
          <a:lstStyle/>
          <a:p>
            <a:pPr algn="ctr" defTabSz="304770">
              <a:defRPr/>
            </a:pPr>
            <a:r>
              <a:rPr lang="pt-BR" sz="4400" b="1">
                <a:latin typeface="Neo Sans Std" panose="020B0504030504040204" pitchFamily="34" charset="0"/>
                <a:cs typeface="Poppins Black" panose="00000A00000000000000" pitchFamily="2" charset="0"/>
              </a:rPr>
              <a:t>PROPOSTA COMERCIAL</a:t>
            </a:r>
          </a:p>
        </p:txBody>
      </p:sp>
      <p:sp>
        <p:nvSpPr>
          <p:cNvPr id="3" name="Forma Livre: Forma 6">
            <a:extLst>
              <a:ext uri="{FF2B5EF4-FFF2-40B4-BE49-F238E27FC236}">
                <a16:creationId xmlns:a16="http://schemas.microsoft.com/office/drawing/2014/main" id="{94A1D2FF-1957-98E5-C494-9C99F7C8BD1C}"/>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4" name="Imagem 3" descr="Texto&#10;&#10;Descrição gerada automaticamente">
            <a:extLst>
              <a:ext uri="{FF2B5EF4-FFF2-40B4-BE49-F238E27FC236}">
                <a16:creationId xmlns:a16="http://schemas.microsoft.com/office/drawing/2014/main" id="{AE354D10-D8A5-030F-FD79-9827D2A9C5C4}"/>
              </a:ext>
            </a:extLst>
          </p:cNvPr>
          <p:cNvPicPr>
            <a:picLocks noChangeAspect="1"/>
          </p:cNvPicPr>
          <p:nvPr/>
        </p:nvPicPr>
        <p:blipFill rotWithShape="1">
          <a:blip r:embed="rId4"/>
          <a:srcRect r="43475"/>
          <a:stretch/>
        </p:blipFill>
        <p:spPr>
          <a:xfrm>
            <a:off x="10952037" y="6578385"/>
            <a:ext cx="958036" cy="233896"/>
          </a:xfrm>
          <a:prstGeom prst="rect">
            <a:avLst/>
          </a:prstGeom>
        </p:spPr>
      </p:pic>
      <p:pic>
        <p:nvPicPr>
          <p:cNvPr id="11" name="Imagem 10" descr="Ícone&#10;&#10;Descrição gerada automaticamente">
            <a:extLst>
              <a:ext uri="{FF2B5EF4-FFF2-40B4-BE49-F238E27FC236}">
                <a16:creationId xmlns:a16="http://schemas.microsoft.com/office/drawing/2014/main" id="{85DC49DC-E421-D8B6-220B-3682DAD6DA84}"/>
              </a:ext>
            </a:extLst>
          </p:cNvPr>
          <p:cNvPicPr>
            <a:picLocks noChangeAspect="1"/>
          </p:cNvPicPr>
          <p:nvPr/>
        </p:nvPicPr>
        <p:blipFill>
          <a:blip r:embed="rId5"/>
          <a:stretch>
            <a:fillRect/>
          </a:stretch>
        </p:blipFill>
        <p:spPr>
          <a:xfrm>
            <a:off x="1920943" y="2655075"/>
            <a:ext cx="1788235" cy="2568969"/>
          </a:xfrm>
          <a:prstGeom prst="rect">
            <a:avLst/>
          </a:prstGeom>
        </p:spPr>
      </p:pic>
      <p:sp>
        <p:nvSpPr>
          <p:cNvPr id="5" name="CaixaDeTexto 4">
            <a:extLst>
              <a:ext uri="{FF2B5EF4-FFF2-40B4-BE49-F238E27FC236}">
                <a16:creationId xmlns:a16="http://schemas.microsoft.com/office/drawing/2014/main" id="{56F34E1E-312C-EBF3-289B-DCFC3CF761BA}"/>
              </a:ext>
            </a:extLst>
          </p:cNvPr>
          <p:cNvSpPr txBox="1"/>
          <p:nvPr/>
        </p:nvSpPr>
        <p:spPr>
          <a:xfrm>
            <a:off x="5840362" y="3233958"/>
            <a:ext cx="3677264" cy="369332"/>
          </a:xfrm>
          <a:prstGeom prst="rect">
            <a:avLst/>
          </a:prstGeom>
          <a:noFill/>
        </p:spPr>
        <p:txBody>
          <a:bodyPr wrap="square" rtlCol="0">
            <a:spAutoFit/>
          </a:bodyPr>
          <a:lstStyle/>
          <a:p>
            <a:r>
              <a:rPr lang="pt-BR" b="1" dirty="0">
                <a:highlight>
                  <a:srgbClr val="FFFF00"/>
                </a:highlight>
              </a:rPr>
              <a:t>INSERIR RAZÃO SOCIAL </a:t>
            </a:r>
          </a:p>
        </p:txBody>
      </p:sp>
    </p:spTree>
    <p:extLst>
      <p:ext uri="{BB962C8B-B14F-4D97-AF65-F5344CB8AC3E}">
        <p14:creationId xmlns:p14="http://schemas.microsoft.com/office/powerpoint/2010/main" val="1825000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A517-1E0D-052A-4EDA-9DE2A3FA1C9E}"/>
            </a:ext>
          </a:extLst>
        </p:cNvPr>
        <p:cNvGrpSpPr/>
        <p:nvPr/>
      </p:nvGrpSpPr>
      <p:grpSpPr>
        <a:xfrm>
          <a:off x="0" y="0"/>
          <a:ext cx="0" cy="0"/>
          <a:chOff x="0" y="0"/>
          <a:chExt cx="0" cy="0"/>
        </a:xfrm>
      </p:grpSpPr>
      <p:grpSp>
        <p:nvGrpSpPr>
          <p:cNvPr id="5" name="Agrupar 4">
            <a:extLst>
              <a:ext uri="{FF2B5EF4-FFF2-40B4-BE49-F238E27FC236}">
                <a16:creationId xmlns:a16="http://schemas.microsoft.com/office/drawing/2014/main" id="{5B1FB304-68F4-E4B8-7558-CC2E0FBFC520}"/>
              </a:ext>
            </a:extLst>
          </p:cNvPr>
          <p:cNvGrpSpPr/>
          <p:nvPr/>
        </p:nvGrpSpPr>
        <p:grpSpPr>
          <a:xfrm rot="10800000" flipH="1">
            <a:off x="0" y="-27374"/>
            <a:ext cx="9177551" cy="6854733"/>
            <a:chOff x="0" y="1351"/>
            <a:chExt cx="7869033" cy="5877398"/>
          </a:xfrm>
        </p:grpSpPr>
        <p:grpSp>
          <p:nvGrpSpPr>
            <p:cNvPr id="8" name="Agrupar 7">
              <a:extLst>
                <a:ext uri="{FF2B5EF4-FFF2-40B4-BE49-F238E27FC236}">
                  <a16:creationId xmlns:a16="http://schemas.microsoft.com/office/drawing/2014/main" id="{4993B951-6D41-9AD5-541E-EEF04B98A02D}"/>
                </a:ext>
              </a:extLst>
            </p:cNvPr>
            <p:cNvGrpSpPr/>
            <p:nvPr/>
          </p:nvGrpSpPr>
          <p:grpSpPr>
            <a:xfrm rot="10800000">
              <a:off x="0" y="1351"/>
              <a:ext cx="7492267" cy="5877398"/>
              <a:chOff x="2958931" y="1351"/>
              <a:chExt cx="7492267" cy="5877398"/>
            </a:xfrm>
          </p:grpSpPr>
          <p:sp>
            <p:nvSpPr>
              <p:cNvPr id="10" name="Forma Livre: Forma 10">
                <a:extLst>
                  <a:ext uri="{FF2B5EF4-FFF2-40B4-BE49-F238E27FC236}">
                    <a16:creationId xmlns:a16="http://schemas.microsoft.com/office/drawing/2014/main" id="{234ED902-6092-636D-2030-45F057518161}"/>
                  </a:ext>
                </a:extLst>
              </p:cNvPr>
              <p:cNvSpPr/>
              <p:nvPr/>
            </p:nvSpPr>
            <p:spPr>
              <a:xfrm>
                <a:off x="2958931" y="1351"/>
                <a:ext cx="6530442"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sp>
            <p:nvSpPr>
              <p:cNvPr id="11" name="Forma Livre: Forma 101">
                <a:extLst>
                  <a:ext uri="{FF2B5EF4-FFF2-40B4-BE49-F238E27FC236}">
                    <a16:creationId xmlns:a16="http://schemas.microsoft.com/office/drawing/2014/main" id="{B517E5A5-F3BA-F887-25E2-3128297A16A6}"/>
                  </a:ext>
                </a:extLst>
              </p:cNvPr>
              <p:cNvSpPr/>
              <p:nvPr/>
            </p:nvSpPr>
            <p:spPr>
              <a:xfrm>
                <a:off x="4425859" y="1351"/>
                <a:ext cx="6025339"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grpSp>
        <p:pic>
          <p:nvPicPr>
            <p:cNvPr id="9" name="Gráfico 8">
              <a:extLst>
                <a:ext uri="{FF2B5EF4-FFF2-40B4-BE49-F238E27FC236}">
                  <a16:creationId xmlns:a16="http://schemas.microsoft.com/office/drawing/2014/main" id="{A84C6F35-B068-BE54-F734-9905EB9A3B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728960" y="1351"/>
              <a:ext cx="2140073" cy="5877398"/>
            </a:xfrm>
            <a:prstGeom prst="rect">
              <a:avLst/>
            </a:prstGeom>
          </p:spPr>
        </p:pic>
      </p:grpSp>
      <p:sp>
        <p:nvSpPr>
          <p:cNvPr id="12" name="CaixaDeTexto 11">
            <a:extLst>
              <a:ext uri="{FF2B5EF4-FFF2-40B4-BE49-F238E27FC236}">
                <a16:creationId xmlns:a16="http://schemas.microsoft.com/office/drawing/2014/main" id="{3A76AC9A-61DB-E905-D17A-C7C868CD0151}"/>
              </a:ext>
            </a:extLst>
          </p:cNvPr>
          <p:cNvSpPr txBox="1"/>
          <p:nvPr/>
        </p:nvSpPr>
        <p:spPr>
          <a:xfrm>
            <a:off x="538230" y="1726482"/>
            <a:ext cx="5673833" cy="4932119"/>
          </a:xfrm>
          <a:prstGeom prst="rect">
            <a:avLst/>
          </a:prstGeom>
          <a:noFill/>
        </p:spPr>
        <p:txBody>
          <a:bodyPr wrap="square" rtlCol="0">
            <a:spAutoFit/>
          </a:bodyPr>
          <a:lstStyle/>
          <a:p>
            <a:pPr marL="285750" indent="-285750">
              <a:buClr>
                <a:srgbClr val="D4FF00"/>
              </a:buClr>
              <a:buFont typeface="Wingdings" panose="05000000000000000000" pitchFamily="2" charset="2"/>
              <a:buChar char="v"/>
            </a:pPr>
            <a:r>
              <a:rPr lang="pt-BR" sz="1600" dirty="0">
                <a:solidFill>
                  <a:srgbClr val="000000"/>
                </a:solidFill>
                <a:highlight>
                  <a:srgbClr val="FFFF00"/>
                </a:highlight>
                <a:latin typeface="Neo Sans Std" panose="020B0504030504040204" pitchFamily="34" charset="0"/>
                <a:sym typeface="Open Sans Medium"/>
              </a:rPr>
              <a:t>Compensação SP e MS ano base 2019, 2020, 2021, 2022, 2023 e nacional ano base 2024 e 2025</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Certificado estruturante</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O volume é autodeclarado pela empresa, conforme o previsto em legislação.</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Incluso o verificador independente</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Incluso o serviço de entidade gestora</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Segurança técnica e regulatória</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rPr>
              <a:t>A meta mínima para a comprovação da logística reversa é de 32% para todos os estados brasileiros, conforme estabelecido pelo Decreto Federal 12.688, de 21 de outubro de 2025, exceto em MT (35%), SP (33%) e MG (32,5%), de acordo com as metas estaduais estabelecidas. </a:t>
            </a:r>
          </a:p>
          <a:p>
            <a:endParaRPr lang="pt-BR" sz="1050" dirty="0">
              <a:solidFill>
                <a:srgbClr val="000000"/>
              </a:solidFill>
              <a:latin typeface="Neo Sans Std" panose="020B0504030504040204" pitchFamily="34" charset="0"/>
              <a:ea typeface="Open Sans" panose="020B0606030504020204" pitchFamily="34" charset="0"/>
              <a:cs typeface="Open Sans" panose="020B0606030504020204" pitchFamily="34" charset="0"/>
            </a:endParaRPr>
          </a:p>
        </p:txBody>
      </p:sp>
      <p:sp>
        <p:nvSpPr>
          <p:cNvPr id="23" name="Retângulo 22">
            <a:extLst>
              <a:ext uri="{FF2B5EF4-FFF2-40B4-BE49-F238E27FC236}">
                <a16:creationId xmlns:a16="http://schemas.microsoft.com/office/drawing/2014/main" id="{1B6D052C-B340-F5DE-08E0-3456711A38B5}"/>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470B1833-5825-D520-FF73-02E459843302}"/>
              </a:ext>
            </a:extLst>
          </p:cNvPr>
          <p:cNvGrpSpPr/>
          <p:nvPr/>
        </p:nvGrpSpPr>
        <p:grpSpPr>
          <a:xfrm>
            <a:off x="11284747" y="0"/>
            <a:ext cx="907254" cy="885822"/>
            <a:chOff x="11284747" y="0"/>
            <a:chExt cx="907254" cy="885822"/>
          </a:xfrm>
        </p:grpSpPr>
        <p:sp>
          <p:nvSpPr>
            <p:cNvPr id="25" name="object 5">
              <a:extLst>
                <a:ext uri="{FF2B5EF4-FFF2-40B4-BE49-F238E27FC236}">
                  <a16:creationId xmlns:a16="http://schemas.microsoft.com/office/drawing/2014/main" id="{C251C7A1-41D2-4294-25BD-CEFD8DBBEBA7}"/>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7552DDA9-4692-4747-2A02-0D0AEA1291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09953" y="84750"/>
              <a:ext cx="400241" cy="400241"/>
            </a:xfrm>
            <a:prstGeom prst="rect">
              <a:avLst/>
            </a:prstGeom>
          </p:spPr>
        </p:pic>
      </p:grpSp>
      <p:sp>
        <p:nvSpPr>
          <p:cNvPr id="2" name="Forma Livre: Forma 6">
            <a:extLst>
              <a:ext uri="{FF2B5EF4-FFF2-40B4-BE49-F238E27FC236}">
                <a16:creationId xmlns:a16="http://schemas.microsoft.com/office/drawing/2014/main" id="{BF54D42D-1887-AB18-CA60-CD37B2DB6086}"/>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 name="Imagem 2" descr="Texto&#10;&#10;Descrição gerada automaticamente">
            <a:extLst>
              <a:ext uri="{FF2B5EF4-FFF2-40B4-BE49-F238E27FC236}">
                <a16:creationId xmlns:a16="http://schemas.microsoft.com/office/drawing/2014/main" id="{10C5F931-8361-2B3D-C9FE-2E87336542AF}"/>
              </a:ext>
            </a:extLst>
          </p:cNvPr>
          <p:cNvPicPr>
            <a:picLocks noChangeAspect="1"/>
          </p:cNvPicPr>
          <p:nvPr/>
        </p:nvPicPr>
        <p:blipFill rotWithShape="1">
          <a:blip r:embed="rId5"/>
          <a:srcRect r="43475"/>
          <a:stretch/>
        </p:blipFill>
        <p:spPr>
          <a:xfrm>
            <a:off x="10952037" y="6578385"/>
            <a:ext cx="958036" cy="233896"/>
          </a:xfrm>
          <a:prstGeom prst="rect">
            <a:avLst/>
          </a:prstGeom>
        </p:spPr>
      </p:pic>
      <p:pic>
        <p:nvPicPr>
          <p:cNvPr id="16" name="Graphic 49">
            <a:extLst>
              <a:ext uri="{FF2B5EF4-FFF2-40B4-BE49-F238E27FC236}">
                <a16:creationId xmlns:a16="http://schemas.microsoft.com/office/drawing/2014/main" id="{1DDB9B75-FC27-B304-BF81-1EF013A21D08}"/>
              </a:ext>
            </a:extLst>
          </p:cNvPr>
          <p:cNvPicPr>
            <a:picLocks noChangeAspect="1"/>
          </p:cNvPicPr>
          <p:nvPr/>
        </p:nvPicPr>
        <p:blipFill rotWithShape="1">
          <a:blip>
            <a:extLst>
              <a:ext uri="{96DAC541-7B7A-43D3-8B79-37D633B846F1}">
                <asvg:svgBlip xmlns:asvg="http://schemas.microsoft.com/office/drawing/2016/SVG/main" r:embed="rId6"/>
              </a:ext>
            </a:extLst>
          </a:blip>
          <a:srcRect l="50000"/>
          <a:stretch/>
        </p:blipFill>
        <p:spPr>
          <a:xfrm>
            <a:off x="0" y="459780"/>
            <a:ext cx="538231" cy="1076463"/>
          </a:xfrm>
          <a:prstGeom prst="rect">
            <a:avLst/>
          </a:prstGeom>
        </p:spPr>
      </p:pic>
      <p:sp>
        <p:nvSpPr>
          <p:cNvPr id="17" name="Title 1">
            <a:extLst>
              <a:ext uri="{FF2B5EF4-FFF2-40B4-BE49-F238E27FC236}">
                <a16:creationId xmlns:a16="http://schemas.microsoft.com/office/drawing/2014/main" id="{3874E73A-E2FA-D938-6735-43B957939652}"/>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a:latin typeface="Neo Sans Std Black" panose="020B0A04030504040204" pitchFamily="34" charset="0"/>
              </a:rPr>
              <a:t>Itens</a:t>
            </a:r>
          </a:p>
        </p:txBody>
      </p:sp>
      <p:sp>
        <p:nvSpPr>
          <p:cNvPr id="18" name="Title 1">
            <a:extLst>
              <a:ext uri="{FF2B5EF4-FFF2-40B4-BE49-F238E27FC236}">
                <a16:creationId xmlns:a16="http://schemas.microsoft.com/office/drawing/2014/main" id="{D7FE7136-2B63-B87C-DC3E-6A5B2E5B54CB}"/>
              </a:ext>
            </a:extLst>
          </p:cNvPr>
          <p:cNvSpPr txBox="1">
            <a:spLocks/>
          </p:cNvSpPr>
          <p:nvPr/>
        </p:nvSpPr>
        <p:spPr>
          <a:xfrm>
            <a:off x="538231" y="611070"/>
            <a:ext cx="4631181" cy="10064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6600" b="1" spc="-150">
                <a:ln>
                  <a:solidFill>
                    <a:schemeClr val="tx1"/>
                  </a:solidFill>
                </a:ln>
                <a:solidFill>
                  <a:schemeClr val="bg1"/>
                </a:solidFill>
                <a:latin typeface="Neo Sans Std Black" panose="020B0A04030504040204" pitchFamily="34" charset="0"/>
              </a:rPr>
              <a:t>Inclusos</a:t>
            </a:r>
          </a:p>
        </p:txBody>
      </p:sp>
      <p:pic>
        <p:nvPicPr>
          <p:cNvPr id="6" name="Imagem 5">
            <a:extLst>
              <a:ext uri="{FF2B5EF4-FFF2-40B4-BE49-F238E27FC236}">
                <a16:creationId xmlns:a16="http://schemas.microsoft.com/office/drawing/2014/main" id="{774AE6B2-AA16-79D5-73BE-0BE397788177}"/>
              </a:ext>
            </a:extLst>
          </p:cNvPr>
          <p:cNvPicPr>
            <a:picLocks noChangeAspect="1"/>
          </p:cNvPicPr>
          <p:nvPr/>
        </p:nvPicPr>
        <p:blipFill>
          <a:blip r:embed="rId7"/>
          <a:stretch>
            <a:fillRect/>
          </a:stretch>
        </p:blipFill>
        <p:spPr>
          <a:xfrm>
            <a:off x="7359000" y="284870"/>
            <a:ext cx="4645555" cy="5931922"/>
          </a:xfrm>
          <a:prstGeom prst="rect">
            <a:avLst/>
          </a:prstGeom>
        </p:spPr>
      </p:pic>
    </p:spTree>
    <p:extLst>
      <p:ext uri="{BB962C8B-B14F-4D97-AF65-F5344CB8AC3E}">
        <p14:creationId xmlns:p14="http://schemas.microsoft.com/office/powerpoint/2010/main" val="125158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E1AA-7AFA-A7B7-D82B-68317C0CDE49}"/>
            </a:ext>
          </a:extLst>
        </p:cNvPr>
        <p:cNvGrpSpPr/>
        <p:nvPr/>
      </p:nvGrpSpPr>
      <p:grpSpPr>
        <a:xfrm>
          <a:off x="0" y="0"/>
          <a:ext cx="0" cy="0"/>
          <a:chOff x="0" y="0"/>
          <a:chExt cx="0" cy="0"/>
        </a:xfrm>
      </p:grpSpPr>
      <p:grpSp>
        <p:nvGrpSpPr>
          <p:cNvPr id="5" name="Agrupar 4">
            <a:extLst>
              <a:ext uri="{FF2B5EF4-FFF2-40B4-BE49-F238E27FC236}">
                <a16:creationId xmlns:a16="http://schemas.microsoft.com/office/drawing/2014/main" id="{05EC8021-6130-2F58-EF18-8ADD0D76D58F}"/>
              </a:ext>
            </a:extLst>
          </p:cNvPr>
          <p:cNvGrpSpPr/>
          <p:nvPr/>
        </p:nvGrpSpPr>
        <p:grpSpPr>
          <a:xfrm rot="10800000" flipH="1">
            <a:off x="0" y="-27374"/>
            <a:ext cx="9177551" cy="6854733"/>
            <a:chOff x="0" y="1351"/>
            <a:chExt cx="7869033" cy="5877398"/>
          </a:xfrm>
        </p:grpSpPr>
        <p:grpSp>
          <p:nvGrpSpPr>
            <p:cNvPr id="8" name="Agrupar 7">
              <a:extLst>
                <a:ext uri="{FF2B5EF4-FFF2-40B4-BE49-F238E27FC236}">
                  <a16:creationId xmlns:a16="http://schemas.microsoft.com/office/drawing/2014/main" id="{F26026EE-D16A-520D-7975-8EFB0AD3130D}"/>
                </a:ext>
              </a:extLst>
            </p:cNvPr>
            <p:cNvGrpSpPr/>
            <p:nvPr/>
          </p:nvGrpSpPr>
          <p:grpSpPr>
            <a:xfrm rot="10800000">
              <a:off x="0" y="1351"/>
              <a:ext cx="7492267" cy="5877398"/>
              <a:chOff x="2958931" y="1351"/>
              <a:chExt cx="7492267" cy="5877398"/>
            </a:xfrm>
          </p:grpSpPr>
          <p:sp>
            <p:nvSpPr>
              <p:cNvPr id="10" name="Forma Livre: Forma 10">
                <a:extLst>
                  <a:ext uri="{FF2B5EF4-FFF2-40B4-BE49-F238E27FC236}">
                    <a16:creationId xmlns:a16="http://schemas.microsoft.com/office/drawing/2014/main" id="{626A94CF-48B5-8E98-231F-6DB821D6F15E}"/>
                  </a:ext>
                </a:extLst>
              </p:cNvPr>
              <p:cNvSpPr/>
              <p:nvPr/>
            </p:nvSpPr>
            <p:spPr>
              <a:xfrm>
                <a:off x="2958931" y="1351"/>
                <a:ext cx="6530442"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sp>
            <p:nvSpPr>
              <p:cNvPr id="11" name="Forma Livre: Forma 101">
                <a:extLst>
                  <a:ext uri="{FF2B5EF4-FFF2-40B4-BE49-F238E27FC236}">
                    <a16:creationId xmlns:a16="http://schemas.microsoft.com/office/drawing/2014/main" id="{3F538F27-5B06-D671-A308-41374B0DD495}"/>
                  </a:ext>
                </a:extLst>
              </p:cNvPr>
              <p:cNvSpPr/>
              <p:nvPr/>
            </p:nvSpPr>
            <p:spPr>
              <a:xfrm>
                <a:off x="4425859" y="1351"/>
                <a:ext cx="6025339"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grpSp>
        <p:pic>
          <p:nvPicPr>
            <p:cNvPr id="9" name="Gráfico 8">
              <a:extLst>
                <a:ext uri="{FF2B5EF4-FFF2-40B4-BE49-F238E27FC236}">
                  <a16:creationId xmlns:a16="http://schemas.microsoft.com/office/drawing/2014/main" id="{7F7AB269-8631-BD5D-D118-624DCBC089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728960" y="1351"/>
              <a:ext cx="2140073" cy="5877398"/>
            </a:xfrm>
            <a:prstGeom prst="rect">
              <a:avLst/>
            </a:prstGeom>
          </p:spPr>
        </p:pic>
      </p:grpSp>
      <p:sp>
        <p:nvSpPr>
          <p:cNvPr id="23" name="Retângulo 22">
            <a:extLst>
              <a:ext uri="{FF2B5EF4-FFF2-40B4-BE49-F238E27FC236}">
                <a16:creationId xmlns:a16="http://schemas.microsoft.com/office/drawing/2014/main" id="{D6E8186C-A3DE-BD2D-EF6D-69F02A121821}"/>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40F219B5-2C06-99EE-4EB2-107336302FEA}"/>
              </a:ext>
            </a:extLst>
          </p:cNvPr>
          <p:cNvGrpSpPr/>
          <p:nvPr/>
        </p:nvGrpSpPr>
        <p:grpSpPr>
          <a:xfrm>
            <a:off x="11284747" y="0"/>
            <a:ext cx="907254" cy="885822"/>
            <a:chOff x="11284747" y="0"/>
            <a:chExt cx="907254" cy="885822"/>
          </a:xfrm>
        </p:grpSpPr>
        <p:sp>
          <p:nvSpPr>
            <p:cNvPr id="25" name="object 5">
              <a:extLst>
                <a:ext uri="{FF2B5EF4-FFF2-40B4-BE49-F238E27FC236}">
                  <a16:creationId xmlns:a16="http://schemas.microsoft.com/office/drawing/2014/main" id="{D9E1A516-4CA9-B09F-A30A-1A5174B6ADE0}"/>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10CE01FB-8871-E702-903D-03FB3E3183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09953" y="84750"/>
              <a:ext cx="400241" cy="400241"/>
            </a:xfrm>
            <a:prstGeom prst="rect">
              <a:avLst/>
            </a:prstGeom>
          </p:spPr>
        </p:pic>
      </p:grpSp>
      <p:sp>
        <p:nvSpPr>
          <p:cNvPr id="2" name="Forma Livre: Forma 6">
            <a:extLst>
              <a:ext uri="{FF2B5EF4-FFF2-40B4-BE49-F238E27FC236}">
                <a16:creationId xmlns:a16="http://schemas.microsoft.com/office/drawing/2014/main" id="{C16F965A-CA7E-0C84-0A5E-5AE1884F52FC}"/>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 name="Imagem 2" descr="Texto&#10;&#10;Descrição gerada automaticamente">
            <a:extLst>
              <a:ext uri="{FF2B5EF4-FFF2-40B4-BE49-F238E27FC236}">
                <a16:creationId xmlns:a16="http://schemas.microsoft.com/office/drawing/2014/main" id="{84F798B7-041E-8AD4-1973-E6020D15A296}"/>
              </a:ext>
            </a:extLst>
          </p:cNvPr>
          <p:cNvPicPr>
            <a:picLocks noChangeAspect="1"/>
          </p:cNvPicPr>
          <p:nvPr/>
        </p:nvPicPr>
        <p:blipFill rotWithShape="1">
          <a:blip r:embed="rId5"/>
          <a:srcRect r="43475"/>
          <a:stretch/>
        </p:blipFill>
        <p:spPr>
          <a:xfrm>
            <a:off x="10952037" y="6578385"/>
            <a:ext cx="958036" cy="233896"/>
          </a:xfrm>
          <a:prstGeom prst="rect">
            <a:avLst/>
          </a:prstGeom>
        </p:spPr>
      </p:pic>
      <p:pic>
        <p:nvPicPr>
          <p:cNvPr id="16" name="Graphic 49">
            <a:extLst>
              <a:ext uri="{FF2B5EF4-FFF2-40B4-BE49-F238E27FC236}">
                <a16:creationId xmlns:a16="http://schemas.microsoft.com/office/drawing/2014/main" id="{8064E3F1-086A-3B52-FB2A-27A23F46B8A5}"/>
              </a:ext>
            </a:extLst>
          </p:cNvPr>
          <p:cNvPicPr>
            <a:picLocks noChangeAspect="1"/>
          </p:cNvPicPr>
          <p:nvPr/>
        </p:nvPicPr>
        <p:blipFill rotWithShape="1">
          <a:blip>
            <a:extLst>
              <a:ext uri="{96DAC541-7B7A-43D3-8B79-37D633B846F1}">
                <asvg:svgBlip xmlns:asvg="http://schemas.microsoft.com/office/drawing/2016/SVG/main" r:embed="rId6"/>
              </a:ext>
            </a:extLst>
          </a:blip>
          <a:srcRect l="50000"/>
          <a:stretch/>
        </p:blipFill>
        <p:spPr>
          <a:xfrm>
            <a:off x="0" y="459780"/>
            <a:ext cx="538231" cy="1076463"/>
          </a:xfrm>
          <a:prstGeom prst="rect">
            <a:avLst/>
          </a:prstGeom>
        </p:spPr>
      </p:pic>
      <p:sp>
        <p:nvSpPr>
          <p:cNvPr id="17" name="Title 1">
            <a:extLst>
              <a:ext uri="{FF2B5EF4-FFF2-40B4-BE49-F238E27FC236}">
                <a16:creationId xmlns:a16="http://schemas.microsoft.com/office/drawing/2014/main" id="{AC27EE67-14E8-4DA6-D591-4A1048546613}"/>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latin typeface="Neo Sans Std Black" panose="020B0A04030504040204" pitchFamily="34" charset="0"/>
              </a:rPr>
              <a:t>Segurança </a:t>
            </a:r>
          </a:p>
        </p:txBody>
      </p:sp>
      <p:sp>
        <p:nvSpPr>
          <p:cNvPr id="18" name="Title 1">
            <a:extLst>
              <a:ext uri="{FF2B5EF4-FFF2-40B4-BE49-F238E27FC236}">
                <a16:creationId xmlns:a16="http://schemas.microsoft.com/office/drawing/2014/main" id="{1148C2B3-DD3B-75B2-6480-834E7D304484}"/>
              </a:ext>
            </a:extLst>
          </p:cNvPr>
          <p:cNvSpPr txBox="1">
            <a:spLocks/>
          </p:cNvSpPr>
          <p:nvPr/>
        </p:nvSpPr>
        <p:spPr>
          <a:xfrm>
            <a:off x="538231" y="611070"/>
            <a:ext cx="7781028" cy="10064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6600" b="1" spc="-150" dirty="0">
                <a:ln>
                  <a:solidFill>
                    <a:schemeClr val="tx1"/>
                  </a:solidFill>
                </a:ln>
                <a:solidFill>
                  <a:schemeClr val="bg1"/>
                </a:solidFill>
                <a:latin typeface="Neo Sans Std Black" panose="020B0A04030504040204" pitchFamily="34" charset="0"/>
              </a:rPr>
              <a:t>Técnica e regulatória</a:t>
            </a:r>
          </a:p>
        </p:txBody>
      </p:sp>
      <p:sp>
        <p:nvSpPr>
          <p:cNvPr id="15" name="object 2">
            <a:extLst>
              <a:ext uri="{FF2B5EF4-FFF2-40B4-BE49-F238E27FC236}">
                <a16:creationId xmlns:a16="http://schemas.microsoft.com/office/drawing/2014/main" id="{AC7027C1-D18E-50FC-2ED5-363F8D972614}"/>
              </a:ext>
            </a:extLst>
          </p:cNvPr>
          <p:cNvSpPr txBox="1">
            <a:spLocks/>
          </p:cNvSpPr>
          <p:nvPr/>
        </p:nvSpPr>
        <p:spPr>
          <a:xfrm>
            <a:off x="682347" y="1626693"/>
            <a:ext cx="7542248" cy="230400"/>
          </a:xfrm>
          <a:prstGeom prst="rect">
            <a:avLst/>
          </a:prstGeom>
        </p:spPr>
        <p:txBody>
          <a:bodyPr vert="horz" wrap="square" lIns="0" tIns="14812" rIns="0" bIns="0" rtlCol="0">
            <a:spAutoFit/>
          </a:bodyPr>
          <a:lstStyle>
            <a:lvl1pPr marL="0">
              <a:defRPr>
                <a:latin typeface="+mn-lt"/>
                <a:ea typeface="+mn-ea"/>
                <a:cs typeface="+mn-cs"/>
              </a:defRPr>
            </a:lvl1pPr>
            <a:lvl2pPr marL="446959">
              <a:defRPr>
                <a:latin typeface="+mn-lt"/>
                <a:ea typeface="+mn-ea"/>
                <a:cs typeface="+mn-cs"/>
              </a:defRPr>
            </a:lvl2pPr>
            <a:lvl3pPr marL="893917">
              <a:defRPr>
                <a:latin typeface="+mn-lt"/>
                <a:ea typeface="+mn-ea"/>
                <a:cs typeface="+mn-cs"/>
              </a:defRPr>
            </a:lvl3pPr>
            <a:lvl4pPr marL="1340876">
              <a:defRPr>
                <a:latin typeface="+mn-lt"/>
                <a:ea typeface="+mn-ea"/>
                <a:cs typeface="+mn-cs"/>
              </a:defRPr>
            </a:lvl4pPr>
            <a:lvl5pPr marL="1787835">
              <a:defRPr>
                <a:latin typeface="+mn-lt"/>
                <a:ea typeface="+mn-ea"/>
                <a:cs typeface="+mn-cs"/>
              </a:defRPr>
            </a:lvl5pPr>
            <a:lvl6pPr marL="2234794">
              <a:defRPr>
                <a:latin typeface="+mn-lt"/>
                <a:ea typeface="+mn-ea"/>
                <a:cs typeface="+mn-cs"/>
              </a:defRPr>
            </a:lvl6pPr>
            <a:lvl7pPr marL="2681752">
              <a:defRPr>
                <a:latin typeface="+mn-lt"/>
                <a:ea typeface="+mn-ea"/>
                <a:cs typeface="+mn-cs"/>
              </a:defRPr>
            </a:lvl7pPr>
            <a:lvl8pPr marL="3128711">
              <a:defRPr>
                <a:latin typeface="+mn-lt"/>
                <a:ea typeface="+mn-ea"/>
                <a:cs typeface="+mn-cs"/>
              </a:defRPr>
            </a:lvl8pPr>
            <a:lvl9pPr marL="3575670">
              <a:defRPr>
                <a:latin typeface="+mn-lt"/>
                <a:ea typeface="+mn-ea"/>
                <a:cs typeface="+mn-cs"/>
              </a:defRPr>
            </a:lvl9pPr>
          </a:lstStyle>
          <a:p>
            <a:pPr marL="14812" marR="0" lvl="0" indent="0" algn="l" defTabSz="914400" rtl="0" eaLnBrk="1" fontAlgn="auto" latinLnBrk="0" hangingPunct="1">
              <a:lnSpc>
                <a:spcPct val="100000"/>
              </a:lnSpc>
              <a:spcBef>
                <a:spcPts val="117"/>
              </a:spcBef>
              <a:spcAft>
                <a:spcPts val="0"/>
              </a:spcAft>
              <a:buClrTx/>
              <a:buSzTx/>
              <a:buFontTx/>
              <a:buNone/>
              <a:tabLst/>
              <a:defRPr/>
            </a:pPr>
            <a:r>
              <a:rPr kumimoji="0" lang="pt-BR" sz="1400" b="0" i="0" u="none" strike="noStrike" kern="0" cap="none" spc="0" normalizeH="0" baseline="0" noProof="0" dirty="0">
                <a:ln>
                  <a:noFill/>
                </a:ln>
                <a:solidFill>
                  <a:sysClr val="windowText" lastClr="000000"/>
                </a:solidFill>
                <a:effectLst/>
                <a:uLnTx/>
                <a:uFillTx/>
                <a:latin typeface="Neo Sans Std" panose="020B0504030504040204" pitchFamily="34" charset="0"/>
                <a:ea typeface="+mn-ea"/>
                <a:cs typeface="+mn-cs"/>
              </a:rPr>
              <a:t>Suporte especializado para uma gestão segura e contínua da Logística Reversa.</a:t>
            </a:r>
          </a:p>
        </p:txBody>
      </p:sp>
      <p:sp>
        <p:nvSpPr>
          <p:cNvPr id="20" name="Rounded Rectangle 4">
            <a:extLst>
              <a:ext uri="{FF2B5EF4-FFF2-40B4-BE49-F238E27FC236}">
                <a16:creationId xmlns:a16="http://schemas.microsoft.com/office/drawing/2014/main" id="{B16B4763-C16B-0957-3B4E-42793F5AFB14}"/>
              </a:ext>
            </a:extLst>
          </p:cNvPr>
          <p:cNvSpPr/>
          <p:nvPr/>
        </p:nvSpPr>
        <p:spPr>
          <a:xfrm>
            <a:off x="640080"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5">
            <a:extLst>
              <a:ext uri="{FF2B5EF4-FFF2-40B4-BE49-F238E27FC236}">
                <a16:creationId xmlns:a16="http://schemas.microsoft.com/office/drawing/2014/main" id="{D13A7B67-F0B9-66D8-ECE1-7E5AE44B81A3}"/>
              </a:ext>
            </a:extLst>
          </p:cNvPr>
          <p:cNvSpPr/>
          <p:nvPr/>
        </p:nvSpPr>
        <p:spPr>
          <a:xfrm>
            <a:off x="640080" y="2093975"/>
            <a:ext cx="82296" cy="3246120"/>
          </a:xfrm>
          <a:prstGeom prst="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6">
            <a:extLst>
              <a:ext uri="{FF2B5EF4-FFF2-40B4-BE49-F238E27FC236}">
                <a16:creationId xmlns:a16="http://schemas.microsoft.com/office/drawing/2014/main" id="{4D0BE42D-7920-6396-6090-F198610F747B}"/>
              </a:ext>
            </a:extLst>
          </p:cNvPr>
          <p:cNvSpPr txBox="1"/>
          <p:nvPr/>
        </p:nvSpPr>
        <p:spPr>
          <a:xfrm>
            <a:off x="896112" y="2295143"/>
            <a:ext cx="476412" cy="415498"/>
          </a:xfrm>
          <a:prstGeom prst="rect">
            <a:avLst/>
          </a:prstGeom>
          <a:noFill/>
        </p:spPr>
        <p:txBody>
          <a:bodyPr wrap="none">
            <a:spAutoFit/>
          </a:bodyPr>
          <a:lstStyle/>
          <a:p>
            <a:pPr>
              <a:defRPr sz="2100" b="1">
                <a:solidFill>
                  <a:srgbClr val="009191"/>
                </a:solidFill>
                <a:latin typeface="Aptos Display"/>
              </a:defRPr>
            </a:pPr>
            <a:r>
              <a:rPr dirty="0">
                <a:solidFill>
                  <a:srgbClr val="D4FF00"/>
                </a:solidFill>
              </a:rPr>
              <a:t>01</a:t>
            </a:r>
          </a:p>
        </p:txBody>
      </p:sp>
      <p:sp>
        <p:nvSpPr>
          <p:cNvPr id="30" name="TextBox 7">
            <a:extLst>
              <a:ext uri="{FF2B5EF4-FFF2-40B4-BE49-F238E27FC236}">
                <a16:creationId xmlns:a16="http://schemas.microsoft.com/office/drawing/2014/main" id="{A7F685E8-B1E7-760E-A0EF-49C4DA582506}"/>
              </a:ext>
            </a:extLst>
          </p:cNvPr>
          <p:cNvSpPr txBox="1"/>
          <p:nvPr/>
        </p:nvSpPr>
        <p:spPr>
          <a:xfrm>
            <a:off x="896112" y="2807207"/>
            <a:ext cx="2164375" cy="307777"/>
          </a:xfrm>
          <a:prstGeom prst="rect">
            <a:avLst/>
          </a:prstGeom>
          <a:noFill/>
        </p:spPr>
        <p:txBody>
          <a:bodyPr wrap="none">
            <a:spAutoFit/>
          </a:bodyPr>
          <a:lstStyle/>
          <a:p>
            <a:pPr>
              <a:spcAft>
                <a:spcPts val="500"/>
              </a:spcAft>
              <a:defRPr sz="1400" b="1">
                <a:solidFill>
                  <a:srgbClr val="142B43"/>
                </a:solidFill>
                <a:latin typeface="Aptos"/>
              </a:defRPr>
            </a:pPr>
            <a:r>
              <a:rPr sz="1400" kern="0" dirty="0">
                <a:solidFill>
                  <a:sysClr val="windowText" lastClr="000000"/>
                </a:solidFill>
                <a:latin typeface="Neo Sans Std" panose="020B0504030504040204" pitchFamily="34" charset="0"/>
              </a:rPr>
              <a:t>CONSULTORIA TÉCNICA</a:t>
            </a:r>
          </a:p>
        </p:txBody>
      </p:sp>
      <p:sp>
        <p:nvSpPr>
          <p:cNvPr id="32" name="TextBox 8">
            <a:extLst>
              <a:ext uri="{FF2B5EF4-FFF2-40B4-BE49-F238E27FC236}">
                <a16:creationId xmlns:a16="http://schemas.microsoft.com/office/drawing/2014/main" id="{747FE8DD-8A5D-E677-E3C8-FED3DC47B033}"/>
              </a:ext>
            </a:extLst>
          </p:cNvPr>
          <p:cNvSpPr txBox="1"/>
          <p:nvPr/>
        </p:nvSpPr>
        <p:spPr>
          <a:xfrm>
            <a:off x="924870" y="3255595"/>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Suporte </a:t>
            </a:r>
            <a:r>
              <a:rPr sz="1200" dirty="0" err="1"/>
              <a:t>técnico</a:t>
            </a:r>
            <a:r>
              <a:rPr sz="1200" dirty="0"/>
              <a:t> </a:t>
            </a:r>
            <a:r>
              <a:rPr sz="1200" dirty="0" err="1"/>
              <a:t>durante</a:t>
            </a:r>
            <a:r>
              <a:rPr sz="1200" dirty="0"/>
              <a:t> </a:t>
            </a:r>
            <a:r>
              <a:rPr sz="1200" dirty="0" err="1"/>
              <a:t>toda</a:t>
            </a:r>
            <a:r>
              <a:rPr sz="1200" dirty="0"/>
              <a:t> a </a:t>
            </a:r>
            <a:r>
              <a:rPr sz="1200" dirty="0" err="1"/>
              <a:t>vigência</a:t>
            </a:r>
            <a:r>
              <a:rPr sz="1200" dirty="0"/>
              <a:t> </a:t>
            </a:r>
            <a:r>
              <a:rPr sz="1200" dirty="0" err="1"/>
              <a:t>contratual</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obrigações</a:t>
            </a:r>
            <a:r>
              <a:rPr sz="1200" dirty="0"/>
              <a:t> </a:t>
            </a:r>
            <a:r>
              <a:rPr sz="1200" dirty="0" err="1"/>
              <a:t>legais</a:t>
            </a:r>
            <a:r>
              <a:rPr sz="1200" dirty="0"/>
              <a:t> </a:t>
            </a:r>
            <a:r>
              <a:rPr sz="1200" dirty="0" err="1"/>
              <a:t>aplicáveis</a:t>
            </a:r>
            <a:endParaRPr lang="pt-BR" sz="1200" dirty="0"/>
          </a:p>
          <a:p>
            <a:endParaRPr sz="1200" dirty="0"/>
          </a:p>
          <a:p>
            <a:r>
              <a:rPr sz="1200" dirty="0"/>
              <a:t>•  </a:t>
            </a:r>
            <a:r>
              <a:rPr sz="1200" dirty="0" err="1"/>
              <a:t>Esclarecimento</a:t>
            </a:r>
            <a:r>
              <a:rPr sz="1200" dirty="0"/>
              <a:t> de </a:t>
            </a:r>
            <a:r>
              <a:rPr sz="1200" dirty="0" err="1"/>
              <a:t>dúvidas</a:t>
            </a:r>
            <a:r>
              <a:rPr sz="1200" dirty="0"/>
              <a:t> </a:t>
            </a:r>
            <a:r>
              <a:rPr sz="1200" dirty="0" err="1"/>
              <a:t>sobre</a:t>
            </a:r>
            <a:r>
              <a:rPr sz="1200" dirty="0"/>
              <a:t> </a:t>
            </a:r>
            <a:r>
              <a:rPr sz="1200" dirty="0" err="1"/>
              <a:t>metas</a:t>
            </a:r>
            <a:r>
              <a:rPr sz="1200" dirty="0"/>
              <a:t> e </a:t>
            </a:r>
            <a:r>
              <a:rPr sz="1200" dirty="0" err="1"/>
              <a:t>reportes</a:t>
            </a:r>
            <a:endParaRPr sz="1200" dirty="0"/>
          </a:p>
        </p:txBody>
      </p:sp>
      <p:sp>
        <p:nvSpPr>
          <p:cNvPr id="34" name="Rounded Rectangle 9">
            <a:extLst>
              <a:ext uri="{FF2B5EF4-FFF2-40B4-BE49-F238E27FC236}">
                <a16:creationId xmlns:a16="http://schemas.microsoft.com/office/drawing/2014/main" id="{0FCB4A48-51A8-3C11-C4CF-DD32F5E89829}"/>
              </a:ext>
            </a:extLst>
          </p:cNvPr>
          <p:cNvSpPr/>
          <p:nvPr/>
        </p:nvSpPr>
        <p:spPr>
          <a:xfrm>
            <a:off x="4233672"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10">
            <a:extLst>
              <a:ext uri="{FF2B5EF4-FFF2-40B4-BE49-F238E27FC236}">
                <a16:creationId xmlns:a16="http://schemas.microsoft.com/office/drawing/2014/main" id="{A3BB9DCF-2EF9-23EF-2562-F6E17E1C8DD8}"/>
              </a:ext>
            </a:extLst>
          </p:cNvPr>
          <p:cNvSpPr/>
          <p:nvPr/>
        </p:nvSpPr>
        <p:spPr>
          <a:xfrm>
            <a:off x="4233672" y="2093975"/>
            <a:ext cx="82296" cy="3246120"/>
          </a:xfrm>
          <a:prstGeom prst="rect">
            <a:avLst/>
          </a:prstGeom>
          <a:solidFill>
            <a:srgbClr val="14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1">
            <a:extLst>
              <a:ext uri="{FF2B5EF4-FFF2-40B4-BE49-F238E27FC236}">
                <a16:creationId xmlns:a16="http://schemas.microsoft.com/office/drawing/2014/main" id="{80457331-F25E-ED00-CE9A-347227120945}"/>
              </a:ext>
            </a:extLst>
          </p:cNvPr>
          <p:cNvSpPr txBox="1"/>
          <p:nvPr/>
        </p:nvSpPr>
        <p:spPr>
          <a:xfrm>
            <a:off x="4489704" y="2295143"/>
            <a:ext cx="640080" cy="384048"/>
          </a:xfrm>
          <a:prstGeom prst="rect">
            <a:avLst/>
          </a:prstGeom>
          <a:noFill/>
        </p:spPr>
        <p:txBody>
          <a:bodyPr wrap="none">
            <a:spAutoFit/>
          </a:bodyPr>
          <a:lstStyle/>
          <a:p>
            <a:pPr>
              <a:defRPr sz="2100" b="1">
                <a:solidFill>
                  <a:srgbClr val="142B43"/>
                </a:solidFill>
                <a:latin typeface="Aptos Display"/>
              </a:defRPr>
            </a:pPr>
            <a:r>
              <a:t>02</a:t>
            </a:r>
          </a:p>
        </p:txBody>
      </p:sp>
      <p:sp>
        <p:nvSpPr>
          <p:cNvPr id="40" name="TextBox 12">
            <a:extLst>
              <a:ext uri="{FF2B5EF4-FFF2-40B4-BE49-F238E27FC236}">
                <a16:creationId xmlns:a16="http://schemas.microsoft.com/office/drawing/2014/main" id="{95392BBB-7453-4456-0E45-F2B268B18F21}"/>
              </a:ext>
            </a:extLst>
          </p:cNvPr>
          <p:cNvSpPr txBox="1"/>
          <p:nvPr/>
        </p:nvSpPr>
        <p:spPr>
          <a:xfrm>
            <a:off x="4489704" y="2807207"/>
            <a:ext cx="2788920" cy="594360"/>
          </a:xfrm>
          <a:prstGeom prst="rect">
            <a:avLst/>
          </a:prstGeom>
          <a:noFill/>
        </p:spPr>
        <p:txBody>
          <a:bodyPr wrap="none">
            <a:spAutoFit/>
          </a:bodyPr>
          <a:lstStyle>
            <a:defPPr>
              <a:defRPr lang="pt-BR"/>
            </a:defPPr>
            <a:lvl1pPr>
              <a:spcAft>
                <a:spcPts val="500"/>
              </a:spcAft>
              <a:defRPr sz="1400" b="1" kern="0">
                <a:solidFill>
                  <a:sysClr val="windowText" lastClr="000000"/>
                </a:solidFill>
                <a:latin typeface="Neo Sans Std" panose="020B0504030504040204" pitchFamily="34" charset="0"/>
              </a:defRPr>
            </a:lvl1pPr>
          </a:lstStyle>
          <a:p>
            <a:r>
              <a:rPr dirty="0"/>
              <a:t>ATUALIZAÇÕES LEGISLATIVAS</a:t>
            </a:r>
          </a:p>
        </p:txBody>
      </p:sp>
      <p:sp>
        <p:nvSpPr>
          <p:cNvPr id="42" name="TextBox 13">
            <a:extLst>
              <a:ext uri="{FF2B5EF4-FFF2-40B4-BE49-F238E27FC236}">
                <a16:creationId xmlns:a16="http://schemas.microsoft.com/office/drawing/2014/main" id="{FC8D123F-171B-A06C-EB99-C01CBE60DADA}"/>
              </a:ext>
            </a:extLst>
          </p:cNvPr>
          <p:cNvSpPr txBox="1"/>
          <p:nvPr/>
        </p:nvSpPr>
        <p:spPr>
          <a:xfrm>
            <a:off x="4510334" y="3255594"/>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a:t>
            </a:r>
            <a:r>
              <a:rPr sz="1200" dirty="0" err="1"/>
              <a:t>Acompanhamento</a:t>
            </a:r>
            <a:r>
              <a:rPr sz="1200" dirty="0"/>
              <a:t> das </a:t>
            </a:r>
            <a:r>
              <a:rPr sz="1200" dirty="0" err="1"/>
              <a:t>mudanças</a:t>
            </a:r>
            <a:r>
              <a:rPr sz="1200" dirty="0"/>
              <a:t> </a:t>
            </a:r>
            <a:r>
              <a:rPr sz="1200" dirty="0" err="1"/>
              <a:t>regulatórias</a:t>
            </a:r>
            <a:endParaRPr lang="pt-BR" sz="1200" dirty="0"/>
          </a:p>
          <a:p>
            <a:endParaRPr sz="1200" dirty="0"/>
          </a:p>
          <a:p>
            <a:r>
              <a:rPr sz="1200" dirty="0"/>
              <a:t>•  </a:t>
            </a:r>
            <a:r>
              <a:rPr sz="1200" dirty="0" err="1"/>
              <a:t>Comunicação</a:t>
            </a:r>
            <a:r>
              <a:rPr sz="1200" dirty="0"/>
              <a:t> de </a:t>
            </a:r>
            <a:r>
              <a:rPr sz="1200" dirty="0" err="1"/>
              <a:t>atualizações</a:t>
            </a:r>
            <a:r>
              <a:rPr sz="1200" dirty="0"/>
              <a:t> </a:t>
            </a:r>
            <a:r>
              <a:rPr sz="1200" dirty="0" err="1"/>
              <a:t>relevantes</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impactos</a:t>
            </a:r>
            <a:r>
              <a:rPr sz="1200" dirty="0"/>
              <a:t> e </a:t>
            </a:r>
            <a:r>
              <a:rPr sz="1200" dirty="0" err="1"/>
              <a:t>adequações</a:t>
            </a:r>
            <a:r>
              <a:rPr sz="1200" dirty="0"/>
              <a:t> </a:t>
            </a:r>
            <a:r>
              <a:rPr sz="1200" dirty="0" err="1"/>
              <a:t>necessárias</a:t>
            </a:r>
            <a:endParaRPr sz="1200" dirty="0"/>
          </a:p>
        </p:txBody>
      </p:sp>
      <p:sp>
        <p:nvSpPr>
          <p:cNvPr id="44" name="Rounded Rectangle 14">
            <a:extLst>
              <a:ext uri="{FF2B5EF4-FFF2-40B4-BE49-F238E27FC236}">
                <a16:creationId xmlns:a16="http://schemas.microsoft.com/office/drawing/2014/main" id="{34DBA1A3-B2D2-F8A4-49D6-F06E432001D5}"/>
              </a:ext>
            </a:extLst>
          </p:cNvPr>
          <p:cNvSpPr/>
          <p:nvPr/>
        </p:nvSpPr>
        <p:spPr>
          <a:xfrm>
            <a:off x="7827264"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15">
            <a:extLst>
              <a:ext uri="{FF2B5EF4-FFF2-40B4-BE49-F238E27FC236}">
                <a16:creationId xmlns:a16="http://schemas.microsoft.com/office/drawing/2014/main" id="{F6488F6B-3670-D259-57BD-811E4D26A195}"/>
              </a:ext>
            </a:extLst>
          </p:cNvPr>
          <p:cNvSpPr/>
          <p:nvPr/>
        </p:nvSpPr>
        <p:spPr>
          <a:xfrm>
            <a:off x="7827264" y="2093975"/>
            <a:ext cx="82296" cy="3246120"/>
          </a:xfrm>
          <a:prstGeom prst="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16">
            <a:extLst>
              <a:ext uri="{FF2B5EF4-FFF2-40B4-BE49-F238E27FC236}">
                <a16:creationId xmlns:a16="http://schemas.microsoft.com/office/drawing/2014/main" id="{F184429D-DF3C-24BD-0101-5880F07FF1CF}"/>
              </a:ext>
            </a:extLst>
          </p:cNvPr>
          <p:cNvSpPr txBox="1"/>
          <p:nvPr/>
        </p:nvSpPr>
        <p:spPr>
          <a:xfrm>
            <a:off x="8083296" y="2295143"/>
            <a:ext cx="476412" cy="415498"/>
          </a:xfrm>
          <a:prstGeom prst="rect">
            <a:avLst/>
          </a:prstGeom>
          <a:noFill/>
        </p:spPr>
        <p:txBody>
          <a:bodyPr wrap="none">
            <a:spAutoFit/>
          </a:bodyPr>
          <a:lstStyle/>
          <a:p>
            <a:pPr>
              <a:defRPr sz="2100" b="1">
                <a:solidFill>
                  <a:srgbClr val="009191"/>
                </a:solidFill>
                <a:latin typeface="Aptos Display"/>
              </a:defRPr>
            </a:pPr>
            <a:r>
              <a:rPr dirty="0">
                <a:solidFill>
                  <a:srgbClr val="D4FF00"/>
                </a:solidFill>
              </a:rPr>
              <a:t>03</a:t>
            </a:r>
          </a:p>
        </p:txBody>
      </p:sp>
      <p:sp>
        <p:nvSpPr>
          <p:cNvPr id="50" name="TextBox 17">
            <a:extLst>
              <a:ext uri="{FF2B5EF4-FFF2-40B4-BE49-F238E27FC236}">
                <a16:creationId xmlns:a16="http://schemas.microsoft.com/office/drawing/2014/main" id="{7E296225-96BF-A0C4-F0FC-360AA0E926DE}"/>
              </a:ext>
            </a:extLst>
          </p:cNvPr>
          <p:cNvSpPr txBox="1"/>
          <p:nvPr/>
        </p:nvSpPr>
        <p:spPr>
          <a:xfrm>
            <a:off x="8083296" y="2807207"/>
            <a:ext cx="2481770" cy="307777"/>
          </a:xfrm>
          <a:prstGeom prst="rect">
            <a:avLst/>
          </a:prstGeom>
          <a:noFill/>
        </p:spPr>
        <p:txBody>
          <a:bodyPr wrap="none">
            <a:spAutoFit/>
          </a:bodyPr>
          <a:lstStyle/>
          <a:p>
            <a:pPr>
              <a:spcAft>
                <a:spcPts val="500"/>
              </a:spcAft>
              <a:defRPr sz="1400" b="1">
                <a:solidFill>
                  <a:srgbClr val="142B43"/>
                </a:solidFill>
                <a:latin typeface="Aptos"/>
              </a:defRPr>
            </a:pPr>
            <a:r>
              <a:rPr sz="1400" b="1" kern="0" dirty="0">
                <a:solidFill>
                  <a:sysClr val="windowText" lastClr="000000"/>
                </a:solidFill>
                <a:latin typeface="Neo Sans Std" panose="020B0504030504040204" pitchFamily="34" charset="0"/>
              </a:rPr>
              <a:t>SEGURANÇA</a:t>
            </a:r>
            <a:r>
              <a:rPr dirty="0"/>
              <a:t> </a:t>
            </a:r>
            <a:r>
              <a:rPr sz="1400" b="1" kern="0" dirty="0">
                <a:solidFill>
                  <a:sysClr val="windowText" lastClr="000000"/>
                </a:solidFill>
                <a:latin typeface="Neo Sans Std" panose="020B0504030504040204" pitchFamily="34" charset="0"/>
              </a:rPr>
              <a:t>REGULATÓRIA</a:t>
            </a:r>
          </a:p>
        </p:txBody>
      </p:sp>
      <p:sp>
        <p:nvSpPr>
          <p:cNvPr id="52" name="TextBox 18">
            <a:extLst>
              <a:ext uri="{FF2B5EF4-FFF2-40B4-BE49-F238E27FC236}">
                <a16:creationId xmlns:a16="http://schemas.microsoft.com/office/drawing/2014/main" id="{5A5CA8E3-9A78-A005-526F-575AC4708EEC}"/>
              </a:ext>
            </a:extLst>
          </p:cNvPr>
          <p:cNvSpPr txBox="1"/>
          <p:nvPr/>
        </p:nvSpPr>
        <p:spPr>
          <a:xfrm>
            <a:off x="8120492" y="3255593"/>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a:t>
            </a:r>
            <a:r>
              <a:rPr sz="1200" dirty="0" err="1"/>
              <a:t>Apoio</a:t>
            </a:r>
            <a:r>
              <a:rPr sz="1200" dirty="0"/>
              <a:t> </a:t>
            </a:r>
            <a:r>
              <a:rPr sz="1200" dirty="0" err="1"/>
              <a:t>na</a:t>
            </a:r>
            <a:r>
              <a:rPr sz="1200" dirty="0"/>
              <a:t> </a:t>
            </a:r>
            <a:r>
              <a:rPr sz="1200" dirty="0" err="1"/>
              <a:t>interpretação</a:t>
            </a:r>
            <a:r>
              <a:rPr sz="1200" dirty="0"/>
              <a:t> dos </a:t>
            </a:r>
            <a:r>
              <a:rPr sz="1200" dirty="0" err="1"/>
              <a:t>requisitos</a:t>
            </a:r>
            <a:r>
              <a:rPr sz="1200" dirty="0"/>
              <a:t> </a:t>
            </a:r>
            <a:r>
              <a:rPr sz="1200" dirty="0" err="1"/>
              <a:t>legais</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documentação</a:t>
            </a:r>
            <a:r>
              <a:rPr sz="1200" dirty="0"/>
              <a:t> </a:t>
            </a:r>
            <a:r>
              <a:rPr sz="1200" dirty="0" err="1"/>
              <a:t>comprobatória</a:t>
            </a:r>
            <a:endParaRPr lang="pt-BR" sz="1200" dirty="0"/>
          </a:p>
          <a:p>
            <a:endParaRPr sz="1200" dirty="0"/>
          </a:p>
          <a:p>
            <a:r>
              <a:rPr sz="1200" dirty="0"/>
              <a:t>•  Mais </a:t>
            </a:r>
            <a:r>
              <a:rPr sz="1200" dirty="0" err="1"/>
              <a:t>previsibilidade</a:t>
            </a:r>
            <a:r>
              <a:rPr sz="1200" dirty="0"/>
              <a:t> para a </a:t>
            </a:r>
            <a:r>
              <a:rPr sz="1200" dirty="0" err="1"/>
              <a:t>tomada</a:t>
            </a:r>
            <a:r>
              <a:rPr sz="1200" dirty="0"/>
              <a:t> de </a:t>
            </a:r>
            <a:r>
              <a:rPr sz="1200" dirty="0" err="1"/>
              <a:t>decisões</a:t>
            </a:r>
            <a:endParaRPr sz="1200" dirty="0"/>
          </a:p>
        </p:txBody>
      </p:sp>
      <p:sp>
        <p:nvSpPr>
          <p:cNvPr id="54" name="Rounded Rectangle 19">
            <a:extLst>
              <a:ext uri="{FF2B5EF4-FFF2-40B4-BE49-F238E27FC236}">
                <a16:creationId xmlns:a16="http://schemas.microsoft.com/office/drawing/2014/main" id="{A782BAAF-E2CC-0F04-4039-7A94974E0A18}"/>
              </a:ext>
            </a:extLst>
          </p:cNvPr>
          <p:cNvSpPr/>
          <p:nvPr/>
        </p:nvSpPr>
        <p:spPr>
          <a:xfrm>
            <a:off x="640080" y="5660136"/>
            <a:ext cx="10515600" cy="713232"/>
          </a:xfrm>
          <a:prstGeom prst="round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20">
            <a:extLst>
              <a:ext uri="{FF2B5EF4-FFF2-40B4-BE49-F238E27FC236}">
                <a16:creationId xmlns:a16="http://schemas.microsoft.com/office/drawing/2014/main" id="{5D4BE37E-F6B8-2E0A-28F4-1E4B3F7A0BF3}"/>
              </a:ext>
            </a:extLst>
          </p:cNvPr>
          <p:cNvSpPr txBox="1"/>
          <p:nvPr/>
        </p:nvSpPr>
        <p:spPr>
          <a:xfrm>
            <a:off x="1006957" y="5870447"/>
            <a:ext cx="9781845" cy="307777"/>
          </a:xfrm>
          <a:prstGeom prst="rect">
            <a:avLst/>
          </a:prstGeom>
          <a:noFill/>
        </p:spPr>
        <p:txBody>
          <a:bodyPr wrap="none">
            <a:spAutoFit/>
          </a:bodyPr>
          <a:lstStyle/>
          <a:p>
            <a:pPr algn="ctr">
              <a:defRPr sz="1400" b="1">
                <a:solidFill>
                  <a:srgbClr val="142B43"/>
                </a:solidFill>
                <a:latin typeface="Aptos"/>
              </a:defRPr>
            </a:pPr>
            <a:r>
              <a:rPr sz="1400" kern="0" dirty="0">
                <a:solidFill>
                  <a:sysClr val="windowText" lastClr="000000"/>
                </a:solidFill>
                <a:latin typeface="Neo Sans Std" panose="020B0504030504040204" pitchFamily="34" charset="0"/>
              </a:rPr>
              <a:t>Uma </a:t>
            </a:r>
            <a:r>
              <a:rPr sz="1400" kern="0" dirty="0" err="1">
                <a:solidFill>
                  <a:sysClr val="windowText" lastClr="000000"/>
                </a:solidFill>
                <a:latin typeface="Neo Sans Std" panose="020B0504030504040204" pitchFamily="34" charset="0"/>
              </a:rPr>
              <a:t>parceria</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contínua</a:t>
            </a:r>
            <a:r>
              <a:rPr sz="1400" kern="0" dirty="0">
                <a:solidFill>
                  <a:sysClr val="windowText" lastClr="000000"/>
                </a:solidFill>
                <a:latin typeface="Neo Sans Std" panose="020B0504030504040204" pitchFamily="34" charset="0"/>
              </a:rPr>
              <a:t> para </a:t>
            </a:r>
            <a:r>
              <a:rPr sz="1400" kern="0" dirty="0" err="1">
                <a:solidFill>
                  <a:sysClr val="windowText" lastClr="000000"/>
                </a:solidFill>
                <a:latin typeface="Neo Sans Std" panose="020B0504030504040204" pitchFamily="34" charset="0"/>
              </a:rPr>
              <a:t>orientar</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antecipar</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mudanças</a:t>
            </a:r>
            <a:r>
              <a:rPr sz="1400" kern="0" dirty="0">
                <a:solidFill>
                  <a:sysClr val="windowText" lastClr="000000"/>
                </a:solidFill>
                <a:latin typeface="Neo Sans Std" panose="020B0504030504040204" pitchFamily="34" charset="0"/>
              </a:rPr>
              <a:t> e </a:t>
            </a:r>
            <a:r>
              <a:rPr sz="1400" kern="0" dirty="0" err="1">
                <a:solidFill>
                  <a:sysClr val="windowText" lastClr="000000"/>
                </a:solidFill>
                <a:latin typeface="Neo Sans Std" panose="020B0504030504040204" pitchFamily="34" charset="0"/>
              </a:rPr>
              <a:t>apoiar</a:t>
            </a:r>
            <a:r>
              <a:rPr sz="1400" kern="0" dirty="0">
                <a:solidFill>
                  <a:sysClr val="windowText" lastClr="000000"/>
                </a:solidFill>
                <a:latin typeface="Neo Sans Std" panose="020B0504030504040204" pitchFamily="34" charset="0"/>
              </a:rPr>
              <a:t> a </a:t>
            </a:r>
            <a:r>
              <a:rPr sz="1400" kern="0" dirty="0" err="1">
                <a:solidFill>
                  <a:sysClr val="windowText" lastClr="000000"/>
                </a:solidFill>
                <a:latin typeface="Neo Sans Std" panose="020B0504030504040204" pitchFamily="34" charset="0"/>
              </a:rPr>
              <a:t>gestão</a:t>
            </a:r>
            <a:r>
              <a:rPr sz="1400" kern="0" dirty="0">
                <a:solidFill>
                  <a:sysClr val="windowText" lastClr="000000"/>
                </a:solidFill>
                <a:latin typeface="Neo Sans Std" panose="020B0504030504040204" pitchFamily="34" charset="0"/>
              </a:rPr>
              <a:t> das </a:t>
            </a:r>
            <a:r>
              <a:rPr sz="1400" kern="0" dirty="0" err="1">
                <a:solidFill>
                  <a:sysClr val="windowText" lastClr="000000"/>
                </a:solidFill>
                <a:latin typeface="Neo Sans Std" panose="020B0504030504040204" pitchFamily="34" charset="0"/>
              </a:rPr>
              <a:t>obrigações</a:t>
            </a:r>
            <a:r>
              <a:rPr sz="1400" kern="0" dirty="0">
                <a:solidFill>
                  <a:sysClr val="windowText" lastClr="000000"/>
                </a:solidFill>
                <a:latin typeface="Neo Sans Std" panose="020B0504030504040204" pitchFamily="34" charset="0"/>
              </a:rPr>
              <a:t> de </a:t>
            </a:r>
            <a:r>
              <a:rPr sz="1400" kern="0" dirty="0" err="1">
                <a:solidFill>
                  <a:sysClr val="windowText" lastClr="000000"/>
                </a:solidFill>
                <a:latin typeface="Neo Sans Std" panose="020B0504030504040204" pitchFamily="34" charset="0"/>
              </a:rPr>
              <a:t>Logística</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Reversa</a:t>
            </a:r>
            <a:r>
              <a:rPr sz="1400" kern="0" dirty="0">
                <a:solidFill>
                  <a:sysClr val="windowText" lastClr="000000"/>
                </a:solidFill>
                <a:latin typeface="Neo Sans Std" panose="020B0504030504040204" pitchFamily="34" charset="0"/>
              </a:rPr>
              <a:t>.</a:t>
            </a:r>
          </a:p>
        </p:txBody>
      </p:sp>
    </p:spTree>
    <p:extLst>
      <p:ext uri="{BB962C8B-B14F-4D97-AF65-F5344CB8AC3E}">
        <p14:creationId xmlns:p14="http://schemas.microsoft.com/office/powerpoint/2010/main" val="275286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4E8DD-344E-1BD4-BF31-988EA2FDDDE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7D47D29-484F-5A1E-F4C0-70B270DBDC36}"/>
              </a:ext>
            </a:extLst>
          </p:cNvPr>
          <p:cNvSpPr txBox="1">
            <a:spLocks/>
          </p:cNvSpPr>
          <p:nvPr/>
        </p:nvSpPr>
        <p:spPr>
          <a:xfrm>
            <a:off x="538229" y="712803"/>
            <a:ext cx="4631181"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dirty="0">
                <a:ln>
                  <a:solidFill>
                    <a:schemeClr val="tx1"/>
                  </a:solidFill>
                </a:ln>
                <a:solidFill>
                  <a:schemeClr val="bg1"/>
                </a:solidFill>
                <a:latin typeface="Neo Sans Std Black" panose="020B0A04030504040204" pitchFamily="34" charset="0"/>
              </a:rPr>
              <a:t>equipe</a:t>
            </a:r>
          </a:p>
        </p:txBody>
      </p:sp>
      <p:grpSp>
        <p:nvGrpSpPr>
          <p:cNvPr id="5" name="Agrupar 9">
            <a:extLst>
              <a:ext uri="{FF2B5EF4-FFF2-40B4-BE49-F238E27FC236}">
                <a16:creationId xmlns:a16="http://schemas.microsoft.com/office/drawing/2014/main" id="{DDCBFB26-EF29-F709-DEAC-BB820A4AE9E4}"/>
              </a:ext>
            </a:extLst>
          </p:cNvPr>
          <p:cNvGrpSpPr/>
          <p:nvPr/>
        </p:nvGrpSpPr>
        <p:grpSpPr>
          <a:xfrm>
            <a:off x="6485" y="6486"/>
            <a:ext cx="12189510" cy="6858000"/>
            <a:chOff x="14351" y="16299"/>
            <a:chExt cx="12189511" cy="6858000"/>
          </a:xfrm>
        </p:grpSpPr>
        <p:sp>
          <p:nvSpPr>
            <p:cNvPr id="6" name="Forma Livre: Forma 6">
              <a:extLst>
                <a:ext uri="{FF2B5EF4-FFF2-40B4-BE49-F238E27FC236}">
                  <a16:creationId xmlns:a16="http://schemas.microsoft.com/office/drawing/2014/main" id="{28CC66A4-8FD3-FE69-D058-FF7F68DB2D26}"/>
                </a:ext>
              </a:extLst>
            </p:cNvPr>
            <p:cNvSpPr/>
            <p:nvPr/>
          </p:nvSpPr>
          <p:spPr>
            <a:xfrm rot="10800000">
              <a:off x="10228756" y="6513152"/>
              <a:ext cx="1975101" cy="332327"/>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D0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1371783">
                <a:defRPr/>
              </a:pPr>
              <a:endParaRPr lang="pt-BR" sz="2700">
                <a:solidFill>
                  <a:prstClr val="white"/>
                </a:solidFill>
                <a:latin typeface="Neo Sans Pro" panose="020B0504030504040204" pitchFamily="34" charset="0"/>
              </a:endParaRPr>
            </a:p>
          </p:txBody>
        </p:sp>
        <p:sp>
          <p:nvSpPr>
            <p:cNvPr id="7" name="Google Shape;45;p3">
              <a:extLst>
                <a:ext uri="{FF2B5EF4-FFF2-40B4-BE49-F238E27FC236}">
                  <a16:creationId xmlns:a16="http://schemas.microsoft.com/office/drawing/2014/main" id="{26A20040-765D-7203-421B-E871CE459C95}"/>
                </a:ext>
              </a:extLst>
            </p:cNvPr>
            <p:cNvSpPr/>
            <p:nvPr/>
          </p:nvSpPr>
          <p:spPr>
            <a:xfrm>
              <a:off x="14351" y="6818066"/>
              <a:ext cx="12189509" cy="56233"/>
            </a:xfrm>
            <a:prstGeom prst="rect">
              <a:avLst/>
            </a:prstGeom>
            <a:solidFill>
              <a:srgbClr val="D0FF00"/>
            </a:solidFill>
            <a:ln>
              <a:noFill/>
            </a:ln>
          </p:spPr>
          <p:txBody>
            <a:bodyPr spcFirstLastPara="1" wrap="square" lIns="137159" tIns="68561" rIns="137159" bIns="68561" anchor="ctr" anchorCtr="0">
              <a:noAutofit/>
            </a:bodyPr>
            <a:lstStyle/>
            <a:p>
              <a:pPr algn="ctr" defTabSz="1371783">
                <a:buClr>
                  <a:srgbClr val="000000"/>
                </a:buClr>
                <a:buSzPts val="1021"/>
                <a:defRPr/>
              </a:pPr>
              <a:endParaRPr sz="1532">
                <a:solidFill>
                  <a:prstClr val="white"/>
                </a:solidFill>
                <a:latin typeface="Neo Sans Pro" panose="020B0504030504040204" pitchFamily="34" charset="0"/>
                <a:ea typeface="Calibri"/>
                <a:cs typeface="Calibri"/>
                <a:sym typeface="Calibri"/>
              </a:endParaRPr>
            </a:p>
          </p:txBody>
        </p:sp>
        <p:pic>
          <p:nvPicPr>
            <p:cNvPr id="8" name="Imagem 14" descr="Uma imagem contendo desenho, placa&#10;&#10;Descrição gerada automaticamente">
              <a:extLst>
                <a:ext uri="{FF2B5EF4-FFF2-40B4-BE49-F238E27FC236}">
                  <a16:creationId xmlns:a16="http://schemas.microsoft.com/office/drawing/2014/main" id="{264179F7-6708-9070-BC25-9B4F8770973C}"/>
                </a:ext>
              </a:extLst>
            </p:cNvPr>
            <p:cNvPicPr>
              <a:picLocks noChangeAspect="1"/>
            </p:cNvPicPr>
            <p:nvPr/>
          </p:nvPicPr>
          <p:blipFill>
            <a:blip r:embed="rId2" cstate="hqprint">
              <a:biLevel thresh="75000"/>
              <a:extLst>
                <a:ext uri="{28A0092B-C50C-407E-A947-70E740481C1C}">
                  <a14:useLocalDpi xmlns:a14="http://schemas.microsoft.com/office/drawing/2010/main"/>
                </a:ext>
              </a:extLst>
            </a:blip>
            <a:stretch>
              <a:fillRect/>
            </a:stretch>
          </p:blipFill>
          <p:spPr>
            <a:xfrm>
              <a:off x="10740818" y="6582624"/>
              <a:ext cx="975360" cy="226875"/>
            </a:xfrm>
            <a:prstGeom prst="rect">
              <a:avLst/>
            </a:prstGeom>
          </p:spPr>
        </p:pic>
        <p:sp>
          <p:nvSpPr>
            <p:cNvPr id="9" name="object 5">
              <a:extLst>
                <a:ext uri="{FF2B5EF4-FFF2-40B4-BE49-F238E27FC236}">
                  <a16:creationId xmlns:a16="http://schemas.microsoft.com/office/drawing/2014/main" id="{1E3A3E0C-136E-B64D-B084-7F758C54267F}"/>
                </a:ext>
              </a:extLst>
            </p:cNvPr>
            <p:cNvSpPr/>
            <p:nvPr/>
          </p:nvSpPr>
          <p:spPr>
            <a:xfrm rot="16200000">
              <a:off x="11307324" y="5583"/>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D0FF00"/>
            </a:solidFill>
          </p:spPr>
          <p:txBody>
            <a:bodyPr wrap="square" lIns="0" tIns="0" rIns="0" bIns="0" rtlCol="0"/>
            <a:lstStyle/>
            <a:p>
              <a:pPr defTabSz="1371783">
                <a:defRPr/>
              </a:pPr>
              <a:endParaRPr sz="3077">
                <a:solidFill>
                  <a:prstClr val="black"/>
                </a:solidFill>
                <a:latin typeface="Neo Sans Pro" panose="020B0504030504040204" pitchFamily="34" charset="0"/>
              </a:endParaRPr>
            </a:p>
          </p:txBody>
        </p:sp>
        <p:pic>
          <p:nvPicPr>
            <p:cNvPr id="10" name="Gráfico 16">
              <a:extLst>
                <a:ext uri="{FF2B5EF4-FFF2-40B4-BE49-F238E27FC236}">
                  <a16:creationId xmlns:a16="http://schemas.microsoft.com/office/drawing/2014/main" id="{48CED9CD-84FB-04D0-2C4A-55AF9DE3722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21814" y="101049"/>
              <a:ext cx="400241" cy="400241"/>
            </a:xfrm>
            <a:prstGeom prst="rect">
              <a:avLst/>
            </a:prstGeom>
          </p:spPr>
        </p:pic>
      </p:grpSp>
      <p:sp>
        <p:nvSpPr>
          <p:cNvPr id="62" name="Rectangle: Rounded Corners 61">
            <a:extLst>
              <a:ext uri="{FF2B5EF4-FFF2-40B4-BE49-F238E27FC236}">
                <a16:creationId xmlns:a16="http://schemas.microsoft.com/office/drawing/2014/main" id="{393A70FF-0B63-FA1E-0431-0B915FFD637A}"/>
              </a:ext>
            </a:extLst>
          </p:cNvPr>
          <p:cNvSpPr/>
          <p:nvPr/>
        </p:nvSpPr>
        <p:spPr>
          <a:xfrm>
            <a:off x="4303810" y="4156528"/>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4A3A066-8D28-C989-7660-FCFB0605991C}"/>
              </a:ext>
            </a:extLst>
          </p:cNvPr>
          <p:cNvSpPr txBox="1"/>
          <p:nvPr/>
        </p:nvSpPr>
        <p:spPr>
          <a:xfrm>
            <a:off x="5997333" y="4926065"/>
            <a:ext cx="178885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Responsável Técnico</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Planos e Relatórios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Compliance de Logística Reversa</a:t>
            </a:r>
          </a:p>
        </p:txBody>
      </p:sp>
      <p:sp>
        <p:nvSpPr>
          <p:cNvPr id="25" name="TextBox 24">
            <a:extLst>
              <a:ext uri="{FF2B5EF4-FFF2-40B4-BE49-F238E27FC236}">
                <a16:creationId xmlns:a16="http://schemas.microsoft.com/office/drawing/2014/main" id="{AE615937-A566-0C4F-A521-5E711679EFF1}"/>
              </a:ext>
            </a:extLst>
          </p:cNvPr>
          <p:cNvSpPr txBox="1"/>
          <p:nvPr/>
        </p:nvSpPr>
        <p:spPr>
          <a:xfrm>
            <a:off x="5997333" y="4470332"/>
            <a:ext cx="1636417" cy="261610"/>
          </a:xfrm>
          <a:prstGeom prst="rect">
            <a:avLst/>
          </a:prstGeom>
          <a:noFill/>
        </p:spPr>
        <p:txBody>
          <a:bodyPr wrap="square" rtlCol="0" anchor="ctr">
            <a:spAutoFit/>
          </a:bodyPr>
          <a:lstStyle/>
          <a:p>
            <a:r>
              <a:rPr lang="pt-BR" sz="1050" b="1" dirty="0"/>
              <a:t>Carlos Fiorillo</a:t>
            </a:r>
          </a:p>
        </p:txBody>
      </p:sp>
      <p:sp>
        <p:nvSpPr>
          <p:cNvPr id="26" name="TextBox 25">
            <a:extLst>
              <a:ext uri="{FF2B5EF4-FFF2-40B4-BE49-F238E27FC236}">
                <a16:creationId xmlns:a16="http://schemas.microsoft.com/office/drawing/2014/main" id="{C6055EC1-78D6-2636-504A-654FF8C22102}"/>
              </a:ext>
            </a:extLst>
          </p:cNvPr>
          <p:cNvSpPr txBox="1"/>
          <p:nvPr/>
        </p:nvSpPr>
        <p:spPr>
          <a:xfrm>
            <a:off x="5997333" y="4728767"/>
            <a:ext cx="1773577" cy="200055"/>
          </a:xfrm>
          <a:prstGeom prst="rect">
            <a:avLst/>
          </a:prstGeom>
          <a:noFill/>
        </p:spPr>
        <p:txBody>
          <a:bodyPr wrap="square">
            <a:spAutoFit/>
          </a:bodyPr>
          <a:lstStyle/>
          <a:p>
            <a:r>
              <a:rPr lang="pt-BR" sz="700" spc="300" dirty="0"/>
              <a:t>OPERAÇÃO SELO</a:t>
            </a:r>
            <a:endParaRPr lang="en-US" sz="700" dirty="0"/>
          </a:p>
        </p:txBody>
      </p:sp>
      <p:grpSp>
        <p:nvGrpSpPr>
          <p:cNvPr id="30" name="Group 29">
            <a:extLst>
              <a:ext uri="{FF2B5EF4-FFF2-40B4-BE49-F238E27FC236}">
                <a16:creationId xmlns:a16="http://schemas.microsoft.com/office/drawing/2014/main" id="{ACAB96A5-82C4-C2C3-9054-9CA0422ED94F}"/>
              </a:ext>
            </a:extLst>
          </p:cNvPr>
          <p:cNvGrpSpPr/>
          <p:nvPr/>
        </p:nvGrpSpPr>
        <p:grpSpPr>
          <a:xfrm>
            <a:off x="6086233" y="5562046"/>
            <a:ext cx="1684677" cy="215444"/>
            <a:chOff x="5698227" y="1720088"/>
            <a:chExt cx="1684677" cy="215444"/>
          </a:xfrm>
        </p:grpSpPr>
        <p:sp>
          <p:nvSpPr>
            <p:cNvPr id="27" name="TextBox 26">
              <a:extLst>
                <a:ext uri="{FF2B5EF4-FFF2-40B4-BE49-F238E27FC236}">
                  <a16:creationId xmlns:a16="http://schemas.microsoft.com/office/drawing/2014/main" id="{D0493152-EA71-BB5C-505C-04C36F4EB239}"/>
                </a:ext>
              </a:extLst>
            </p:cNvPr>
            <p:cNvSpPr txBox="1"/>
            <p:nvPr/>
          </p:nvSpPr>
          <p:spPr>
            <a:xfrm>
              <a:off x="5843089" y="1720088"/>
              <a:ext cx="1539815" cy="215444"/>
            </a:xfrm>
            <a:prstGeom prst="rect">
              <a:avLst/>
            </a:prstGeom>
            <a:noFill/>
          </p:spPr>
          <p:txBody>
            <a:bodyPr wrap="square">
              <a:spAutoFit/>
            </a:bodyPr>
            <a:lstStyle/>
            <a:p>
              <a:r>
                <a:rPr lang="pt-BR" sz="800" dirty="0">
                  <a:hlinkClick r:id="rId4">
                    <a:extLst>
                      <a:ext uri="{A12FA001-AC4F-418D-AE19-62706E023703}">
                        <ahyp:hlinkClr xmlns:ahyp="http://schemas.microsoft.com/office/drawing/2018/hyperlinkcolor" val="tx"/>
                      </a:ext>
                    </a:extLst>
                  </a:hlinkClick>
                </a:rPr>
                <a:t>carlos.fiorillo@ambipar.com</a:t>
              </a:r>
              <a:r>
                <a:rPr lang="pt-BR" sz="800" dirty="0"/>
                <a:t> </a:t>
              </a:r>
              <a:endParaRPr lang="en-US" sz="800" dirty="0"/>
            </a:p>
          </p:txBody>
        </p:sp>
        <p:pic>
          <p:nvPicPr>
            <p:cNvPr id="29" name="Graphic 28">
              <a:extLst>
                <a:ext uri="{FF2B5EF4-FFF2-40B4-BE49-F238E27FC236}">
                  <a16:creationId xmlns:a16="http://schemas.microsoft.com/office/drawing/2014/main" id="{9669ABAA-A688-2788-90B3-478D44F022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98227" y="1766722"/>
              <a:ext cx="147578" cy="147577"/>
            </a:xfrm>
            <a:prstGeom prst="rect">
              <a:avLst/>
            </a:prstGeom>
          </p:spPr>
        </p:pic>
      </p:grpSp>
      <p:grpSp>
        <p:nvGrpSpPr>
          <p:cNvPr id="33" name="Agrupar 32">
            <a:extLst>
              <a:ext uri="{FF2B5EF4-FFF2-40B4-BE49-F238E27FC236}">
                <a16:creationId xmlns:a16="http://schemas.microsoft.com/office/drawing/2014/main" id="{FC3711F5-C6DD-4785-D398-5EDB2B4DA540}"/>
              </a:ext>
            </a:extLst>
          </p:cNvPr>
          <p:cNvGrpSpPr/>
          <p:nvPr/>
        </p:nvGrpSpPr>
        <p:grpSpPr>
          <a:xfrm>
            <a:off x="308145" y="4144227"/>
            <a:ext cx="3600000" cy="1866900"/>
            <a:chOff x="6310344" y="1962231"/>
            <a:chExt cx="3600000" cy="1866900"/>
          </a:xfrm>
        </p:grpSpPr>
        <p:sp>
          <p:nvSpPr>
            <p:cNvPr id="91" name="Rectangle: Rounded Corners 90">
              <a:extLst>
                <a:ext uri="{FF2B5EF4-FFF2-40B4-BE49-F238E27FC236}">
                  <a16:creationId xmlns:a16="http://schemas.microsoft.com/office/drawing/2014/main" id="{C6C53716-EE9B-3751-8C0C-E9A4C4B29C2E}"/>
                </a:ext>
              </a:extLst>
            </p:cNvPr>
            <p:cNvSpPr/>
            <p:nvPr/>
          </p:nvSpPr>
          <p:spPr>
            <a:xfrm>
              <a:off x="631034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DFA3F323-A1FF-3326-1D38-4B1544B24CB7}"/>
                </a:ext>
              </a:extLst>
            </p:cNvPr>
            <p:cNvGrpSpPr/>
            <p:nvPr/>
          </p:nvGrpSpPr>
          <p:grpSpPr>
            <a:xfrm>
              <a:off x="7872421" y="2248340"/>
              <a:ext cx="2037923" cy="1410125"/>
              <a:chOff x="5562577" y="682349"/>
              <a:chExt cx="2037923" cy="1410125"/>
            </a:xfrm>
          </p:grpSpPr>
          <p:sp>
            <p:nvSpPr>
              <p:cNvPr id="53" name="TextBox 52">
                <a:extLst>
                  <a:ext uri="{FF2B5EF4-FFF2-40B4-BE49-F238E27FC236}">
                    <a16:creationId xmlns:a16="http://schemas.microsoft.com/office/drawing/2014/main" id="{E2464BD4-D482-5954-EAD3-FB116991C2BE}"/>
                  </a:ext>
                </a:extLst>
              </p:cNvPr>
              <p:cNvSpPr txBox="1"/>
              <p:nvPr/>
            </p:nvSpPr>
            <p:spPr>
              <a:xfrm>
                <a:off x="5562578" y="1206662"/>
                <a:ext cx="2037922" cy="691664"/>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Diretora técnica de resíduos e Logística Reversa</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Compliance de Logística Reversa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Especialista em polímeros</a:t>
                </a:r>
              </a:p>
            </p:txBody>
          </p:sp>
          <p:sp>
            <p:nvSpPr>
              <p:cNvPr id="54" name="TextBox 53">
                <a:extLst>
                  <a:ext uri="{FF2B5EF4-FFF2-40B4-BE49-F238E27FC236}">
                    <a16:creationId xmlns:a16="http://schemas.microsoft.com/office/drawing/2014/main" id="{DA8A039D-6425-15EA-8128-B0F30EF590DB}"/>
                  </a:ext>
                </a:extLst>
              </p:cNvPr>
              <p:cNvSpPr txBox="1"/>
              <p:nvPr/>
            </p:nvSpPr>
            <p:spPr>
              <a:xfrm>
                <a:off x="5562578" y="682349"/>
                <a:ext cx="1636417" cy="261610"/>
              </a:xfrm>
              <a:prstGeom prst="rect">
                <a:avLst/>
              </a:prstGeom>
              <a:noFill/>
            </p:spPr>
            <p:txBody>
              <a:bodyPr wrap="square" rtlCol="0" anchor="ctr">
                <a:spAutoFit/>
              </a:bodyPr>
              <a:lstStyle/>
              <a:p>
                <a:r>
                  <a:rPr lang="pt-BR" sz="1050" b="1" dirty="0"/>
                  <a:t>Sabrina Andrade</a:t>
                </a:r>
              </a:p>
            </p:txBody>
          </p:sp>
          <p:sp>
            <p:nvSpPr>
              <p:cNvPr id="55" name="TextBox 54">
                <a:extLst>
                  <a:ext uri="{FF2B5EF4-FFF2-40B4-BE49-F238E27FC236}">
                    <a16:creationId xmlns:a16="http://schemas.microsoft.com/office/drawing/2014/main" id="{6A4A3442-8179-1CFA-0755-4A180B393856}"/>
                  </a:ext>
                </a:extLst>
              </p:cNvPr>
              <p:cNvSpPr txBox="1"/>
              <p:nvPr/>
            </p:nvSpPr>
            <p:spPr>
              <a:xfrm>
                <a:off x="5562577" y="952214"/>
                <a:ext cx="1836443" cy="213328"/>
              </a:xfrm>
              <a:prstGeom prst="rect">
                <a:avLst/>
              </a:prstGeom>
              <a:noFill/>
            </p:spPr>
            <p:txBody>
              <a:bodyPr wrap="square">
                <a:spAutoFit/>
              </a:bodyPr>
              <a:lstStyle/>
              <a:p>
                <a:pPr>
                  <a:lnSpc>
                    <a:spcPts val="1000"/>
                  </a:lnSpc>
                </a:pPr>
                <a:r>
                  <a:rPr lang="pt-BR" sz="700" spc="300" dirty="0"/>
                  <a:t>OPERAÇÃO SELO</a:t>
                </a:r>
                <a:endParaRPr lang="en-US" sz="700" dirty="0"/>
              </a:p>
            </p:txBody>
          </p:sp>
          <p:grpSp>
            <p:nvGrpSpPr>
              <p:cNvPr id="56" name="Group 55">
                <a:extLst>
                  <a:ext uri="{FF2B5EF4-FFF2-40B4-BE49-F238E27FC236}">
                    <a16:creationId xmlns:a16="http://schemas.microsoft.com/office/drawing/2014/main" id="{0B31CC12-F647-33B6-EB70-1D567F01E0AC}"/>
                  </a:ext>
                </a:extLst>
              </p:cNvPr>
              <p:cNvGrpSpPr/>
              <p:nvPr/>
            </p:nvGrpSpPr>
            <p:grpSpPr>
              <a:xfrm>
                <a:off x="5651478" y="1877030"/>
                <a:ext cx="1830348" cy="215444"/>
                <a:chOff x="5612502" y="1832580"/>
                <a:chExt cx="1830348" cy="215444"/>
              </a:xfrm>
            </p:grpSpPr>
            <p:sp>
              <p:nvSpPr>
                <p:cNvPr id="57" name="TextBox 56">
                  <a:extLst>
                    <a:ext uri="{FF2B5EF4-FFF2-40B4-BE49-F238E27FC236}">
                      <a16:creationId xmlns:a16="http://schemas.microsoft.com/office/drawing/2014/main" id="{A0CD8028-95EF-AE09-9A01-14050F7C7E80}"/>
                    </a:ext>
                  </a:extLst>
                </p:cNvPr>
                <p:cNvSpPr txBox="1"/>
                <p:nvPr/>
              </p:nvSpPr>
              <p:spPr>
                <a:xfrm>
                  <a:off x="5757364" y="1832580"/>
                  <a:ext cx="1685486" cy="215444"/>
                </a:xfrm>
                <a:prstGeom prst="rect">
                  <a:avLst/>
                </a:prstGeom>
                <a:noFill/>
              </p:spPr>
              <p:txBody>
                <a:bodyPr wrap="square">
                  <a:spAutoFit/>
                </a:bodyPr>
                <a:lstStyle/>
                <a:p>
                  <a:r>
                    <a:rPr lang="pt-BR" sz="800" dirty="0">
                      <a:hlinkClick r:id="rId6">
                        <a:extLst>
                          <a:ext uri="{A12FA001-AC4F-418D-AE19-62706E023703}">
                            <ahyp:hlinkClr xmlns:ahyp="http://schemas.microsoft.com/office/drawing/2018/hyperlinkcolor" val="tx"/>
                          </a:ext>
                        </a:extLst>
                      </a:hlinkClick>
                    </a:rPr>
                    <a:t>sabrina.andrade@ambipar.com</a:t>
                  </a:r>
                  <a:r>
                    <a:rPr lang="pt-BR" sz="800" dirty="0"/>
                    <a:t> </a:t>
                  </a:r>
                  <a:endParaRPr lang="en-US" sz="800" dirty="0"/>
                </a:p>
              </p:txBody>
            </p:sp>
            <p:pic>
              <p:nvPicPr>
                <p:cNvPr id="58" name="Graphic 57">
                  <a:extLst>
                    <a:ext uri="{FF2B5EF4-FFF2-40B4-BE49-F238E27FC236}">
                      <a16:creationId xmlns:a16="http://schemas.microsoft.com/office/drawing/2014/main" id="{9A2A3FF6-CDDA-1D4F-F9DD-C69E18B111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2502" y="1869689"/>
                  <a:ext cx="147578" cy="147577"/>
                </a:xfrm>
                <a:prstGeom prst="rect">
                  <a:avLst/>
                </a:prstGeom>
              </p:spPr>
            </p:pic>
          </p:grpSp>
        </p:grpSp>
        <p:pic>
          <p:nvPicPr>
            <p:cNvPr id="2" name="Picture 1">
              <a:extLst>
                <a:ext uri="{FF2B5EF4-FFF2-40B4-BE49-F238E27FC236}">
                  <a16:creationId xmlns:a16="http://schemas.microsoft.com/office/drawing/2014/main" id="{9068635A-341B-9137-B7C6-BF1D5CF6564C}"/>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7201"/>
                      </a14:imgEffect>
                    </a14:imgLayer>
                  </a14:imgProps>
                </a:ext>
                <a:ext uri="{28A0092B-C50C-407E-A947-70E740481C1C}">
                  <a14:useLocalDpi xmlns:a14="http://schemas.microsoft.com/office/drawing/2010/main" val="0"/>
                </a:ext>
              </a:extLst>
            </a:blip>
            <a:srcRect t="17321" b="17321"/>
            <a:stretch/>
          </p:blipFill>
          <p:spPr>
            <a:xfrm>
              <a:off x="6603691" y="2313732"/>
              <a:ext cx="1122999" cy="1108339"/>
            </a:xfrm>
            <a:prstGeom prst="ellipse">
              <a:avLst/>
            </a:prstGeom>
          </p:spPr>
        </p:pic>
        <p:pic>
          <p:nvPicPr>
            <p:cNvPr id="49" name="Graphic 48">
              <a:extLst>
                <a:ext uri="{FF2B5EF4-FFF2-40B4-BE49-F238E27FC236}">
                  <a16:creationId xmlns:a16="http://schemas.microsoft.com/office/drawing/2014/main" id="{F999814C-864C-C506-8B1B-CF5AE95666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6081" y="2205753"/>
              <a:ext cx="1332000" cy="1332000"/>
            </a:xfrm>
            <a:prstGeom prst="ellipse">
              <a:avLst/>
            </a:prstGeom>
          </p:spPr>
        </p:pic>
      </p:grpSp>
      <p:grpSp>
        <p:nvGrpSpPr>
          <p:cNvPr id="13" name="Agrupar 12">
            <a:extLst>
              <a:ext uri="{FF2B5EF4-FFF2-40B4-BE49-F238E27FC236}">
                <a16:creationId xmlns:a16="http://schemas.microsoft.com/office/drawing/2014/main" id="{8BB98EB6-02D7-F9E9-8832-6FE3193AF103}"/>
              </a:ext>
            </a:extLst>
          </p:cNvPr>
          <p:cNvGrpSpPr/>
          <p:nvPr/>
        </p:nvGrpSpPr>
        <p:grpSpPr>
          <a:xfrm>
            <a:off x="4296000" y="1892389"/>
            <a:ext cx="3600000" cy="1866900"/>
            <a:chOff x="2546064" y="1962231"/>
            <a:chExt cx="3600000" cy="1866900"/>
          </a:xfrm>
        </p:grpSpPr>
        <p:sp>
          <p:nvSpPr>
            <p:cNvPr id="131" name="Rectangle: Rounded Corners 130">
              <a:extLst>
                <a:ext uri="{FF2B5EF4-FFF2-40B4-BE49-F238E27FC236}">
                  <a16:creationId xmlns:a16="http://schemas.microsoft.com/office/drawing/2014/main" id="{05ED562D-3A46-ED03-DCF5-52A5932CCEB2}"/>
                </a:ext>
              </a:extLst>
            </p:cNvPr>
            <p:cNvSpPr/>
            <p:nvPr/>
          </p:nvSpPr>
          <p:spPr>
            <a:xfrm>
              <a:off x="254606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Imagem 11">
              <a:extLst>
                <a:ext uri="{FF2B5EF4-FFF2-40B4-BE49-F238E27FC236}">
                  <a16:creationId xmlns:a16="http://schemas.microsoft.com/office/drawing/2014/main" id="{F4046013-FC12-2B46-43FF-6C720477316F}"/>
                </a:ext>
              </a:extLst>
            </p:cNvPr>
            <p:cNvPicPr>
              <a:picLocks noChangeAspect="1"/>
            </p:cNvPicPr>
            <p:nvPr/>
          </p:nvPicPr>
          <p:blipFill>
            <a:blip r:embed="rId10"/>
            <a:srcRect l="11530" t="9970" r="10914" b="9685"/>
            <a:stretch>
              <a:fillRect/>
            </a:stretch>
          </p:blipFill>
          <p:spPr>
            <a:xfrm>
              <a:off x="2854019" y="2275417"/>
              <a:ext cx="1197449" cy="1240528"/>
            </a:xfrm>
            <a:prstGeom prst="ellipse">
              <a:avLst/>
            </a:prstGeom>
          </p:spPr>
        </p:pic>
        <p:grpSp>
          <p:nvGrpSpPr>
            <p:cNvPr id="133" name="Group 132">
              <a:extLst>
                <a:ext uri="{FF2B5EF4-FFF2-40B4-BE49-F238E27FC236}">
                  <a16:creationId xmlns:a16="http://schemas.microsoft.com/office/drawing/2014/main" id="{EEA952CF-A8F3-E3A2-515B-8506D350B69A}"/>
                </a:ext>
              </a:extLst>
            </p:cNvPr>
            <p:cNvGrpSpPr/>
            <p:nvPr/>
          </p:nvGrpSpPr>
          <p:grpSpPr>
            <a:xfrm>
              <a:off x="4144337" y="2250282"/>
              <a:ext cx="2001726" cy="1390079"/>
              <a:chOff x="5553053" y="676671"/>
              <a:chExt cx="2001726" cy="1390079"/>
            </a:xfrm>
          </p:grpSpPr>
          <p:sp>
            <p:nvSpPr>
              <p:cNvPr id="134" name="TextBox 133">
                <a:extLst>
                  <a:ext uri="{FF2B5EF4-FFF2-40B4-BE49-F238E27FC236}">
                    <a16:creationId xmlns:a16="http://schemas.microsoft.com/office/drawing/2014/main" id="{67F94267-F7B1-3203-31A5-A6135017197D}"/>
                  </a:ext>
                </a:extLst>
              </p:cNvPr>
              <p:cNvSpPr txBox="1"/>
              <p:nvPr/>
            </p:nvSpPr>
            <p:spPr>
              <a:xfrm>
                <a:off x="5553053" y="1216917"/>
                <a:ext cx="1800246"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Sucesso do cliente</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Renovação e gestão de contratos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Atendimento e acompanhamento</a:t>
                </a:r>
              </a:p>
            </p:txBody>
          </p:sp>
          <p:sp>
            <p:nvSpPr>
              <p:cNvPr id="135" name="TextBox 134">
                <a:extLst>
                  <a:ext uri="{FF2B5EF4-FFF2-40B4-BE49-F238E27FC236}">
                    <a16:creationId xmlns:a16="http://schemas.microsoft.com/office/drawing/2014/main" id="{FD192737-CA81-4492-FA29-4ACEBD91BE6B}"/>
                  </a:ext>
                </a:extLst>
              </p:cNvPr>
              <p:cNvSpPr txBox="1"/>
              <p:nvPr/>
            </p:nvSpPr>
            <p:spPr>
              <a:xfrm>
                <a:off x="5553053" y="676671"/>
                <a:ext cx="1800247" cy="253916"/>
              </a:xfrm>
              <a:prstGeom prst="rect">
                <a:avLst/>
              </a:prstGeom>
              <a:noFill/>
            </p:spPr>
            <p:txBody>
              <a:bodyPr wrap="square" rtlCol="0" anchor="ctr">
                <a:spAutoFit/>
              </a:bodyPr>
              <a:lstStyle/>
              <a:p>
                <a:r>
                  <a:rPr lang="pt-BR" sz="1050" b="1" dirty="0" err="1"/>
                  <a:t>Thuíse</a:t>
                </a:r>
                <a:r>
                  <a:rPr lang="pt-BR" sz="1050" b="1" dirty="0"/>
                  <a:t> Matsumura</a:t>
                </a:r>
              </a:p>
            </p:txBody>
          </p:sp>
          <p:sp>
            <p:nvSpPr>
              <p:cNvPr id="136" name="TextBox 135">
                <a:extLst>
                  <a:ext uri="{FF2B5EF4-FFF2-40B4-BE49-F238E27FC236}">
                    <a16:creationId xmlns:a16="http://schemas.microsoft.com/office/drawing/2014/main" id="{24E044CB-A805-7302-CBC5-16AAEFE05523}"/>
                  </a:ext>
                </a:extLst>
              </p:cNvPr>
              <p:cNvSpPr txBox="1"/>
              <p:nvPr/>
            </p:nvSpPr>
            <p:spPr>
              <a:xfrm>
                <a:off x="5553053" y="938879"/>
                <a:ext cx="1800247" cy="307777"/>
              </a:xfrm>
              <a:prstGeom prst="rect">
                <a:avLst/>
              </a:prstGeom>
              <a:noFill/>
            </p:spPr>
            <p:txBody>
              <a:bodyPr wrap="square">
                <a:spAutoFit/>
              </a:bodyPr>
              <a:lstStyle/>
              <a:p>
                <a:r>
                  <a:rPr lang="pt-BR" sz="700" spc="300" dirty="0"/>
                  <a:t>COMERCIAL / PÓS VENDA</a:t>
                </a:r>
                <a:endParaRPr lang="en-US" sz="700" dirty="0"/>
              </a:p>
            </p:txBody>
          </p:sp>
          <p:grpSp>
            <p:nvGrpSpPr>
              <p:cNvPr id="137" name="Group 136">
                <a:extLst>
                  <a:ext uri="{FF2B5EF4-FFF2-40B4-BE49-F238E27FC236}">
                    <a16:creationId xmlns:a16="http://schemas.microsoft.com/office/drawing/2014/main" id="{AF5899F6-56A9-E586-651C-B5CBC823F688}"/>
                  </a:ext>
                </a:extLst>
              </p:cNvPr>
              <p:cNvGrpSpPr/>
              <p:nvPr/>
            </p:nvGrpSpPr>
            <p:grpSpPr>
              <a:xfrm>
                <a:off x="5641953" y="1851306"/>
                <a:ext cx="1912826" cy="215444"/>
                <a:chOff x="5602977" y="1806856"/>
                <a:chExt cx="1912826" cy="215444"/>
              </a:xfrm>
            </p:grpSpPr>
            <p:sp>
              <p:nvSpPr>
                <p:cNvPr id="138" name="TextBox 137">
                  <a:extLst>
                    <a:ext uri="{FF2B5EF4-FFF2-40B4-BE49-F238E27FC236}">
                      <a16:creationId xmlns:a16="http://schemas.microsoft.com/office/drawing/2014/main" id="{BFF21D74-6795-630A-208B-5282AE3B75BF}"/>
                    </a:ext>
                  </a:extLst>
                </p:cNvPr>
                <p:cNvSpPr txBox="1"/>
                <p:nvPr/>
              </p:nvSpPr>
              <p:spPr>
                <a:xfrm>
                  <a:off x="5747838" y="1806856"/>
                  <a:ext cx="1767965" cy="215444"/>
                </a:xfrm>
                <a:prstGeom prst="rect">
                  <a:avLst/>
                </a:prstGeom>
                <a:noFill/>
              </p:spPr>
              <p:txBody>
                <a:bodyPr wrap="square">
                  <a:spAutoFit/>
                </a:bodyPr>
                <a:lstStyle/>
                <a:p>
                  <a:r>
                    <a:rPr lang="pt-BR" sz="800" dirty="0">
                      <a:hlinkClick r:id="rId11">
                        <a:extLst>
                          <a:ext uri="{A12FA001-AC4F-418D-AE19-62706E023703}">
                            <ahyp:hlinkClr xmlns:ahyp="http://schemas.microsoft.com/office/drawing/2018/hyperlinkcolor" val="tx"/>
                          </a:ext>
                        </a:extLst>
                      </a:hlinkClick>
                    </a:rPr>
                    <a:t>t</a:t>
                  </a:r>
                  <a:r>
                    <a:rPr lang="pt-BR" sz="800" dirty="0">
                      <a:hlinkClick r:id="rId12">
                        <a:extLst>
                          <a:ext uri="{A12FA001-AC4F-418D-AE19-62706E023703}">
                            <ahyp:hlinkClr xmlns:ahyp="http://schemas.microsoft.com/office/drawing/2018/hyperlinkcolor" val="tx"/>
                          </a:ext>
                        </a:extLst>
                      </a:hlinkClick>
                    </a:rPr>
                    <a:t>huise.matsumura@ambipar.com</a:t>
                  </a:r>
                  <a:endParaRPr lang="en-US" sz="800" dirty="0"/>
                </a:p>
              </p:txBody>
            </p:sp>
            <p:pic>
              <p:nvPicPr>
                <p:cNvPr id="139" name="Graphic 138">
                  <a:extLst>
                    <a:ext uri="{FF2B5EF4-FFF2-40B4-BE49-F238E27FC236}">
                      <a16:creationId xmlns:a16="http://schemas.microsoft.com/office/drawing/2014/main" id="{81E282F5-56B0-F050-8184-4F54DF24EE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02977" y="1853490"/>
                  <a:ext cx="147578" cy="147577"/>
                </a:xfrm>
                <a:prstGeom prst="rect">
                  <a:avLst/>
                </a:prstGeom>
              </p:spPr>
            </p:pic>
          </p:grpSp>
        </p:grpSp>
        <p:pic>
          <p:nvPicPr>
            <p:cNvPr id="141" name="Graphic 140">
              <a:extLst>
                <a:ext uri="{FF2B5EF4-FFF2-40B4-BE49-F238E27FC236}">
                  <a16:creationId xmlns:a16="http://schemas.microsoft.com/office/drawing/2014/main" id="{6D8B7973-8D0E-0194-AD2B-46A21279650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745135" y="2207022"/>
              <a:ext cx="1332549" cy="1332549"/>
            </a:xfrm>
            <a:prstGeom prst="ellipse">
              <a:avLst/>
            </a:prstGeom>
          </p:spPr>
        </p:pic>
      </p:grpSp>
      <p:grpSp>
        <p:nvGrpSpPr>
          <p:cNvPr id="64" name="Agrupar 63">
            <a:extLst>
              <a:ext uri="{FF2B5EF4-FFF2-40B4-BE49-F238E27FC236}">
                <a16:creationId xmlns:a16="http://schemas.microsoft.com/office/drawing/2014/main" id="{C14A34B6-EC19-26D7-B6AB-86B7E1EDECD2}"/>
              </a:ext>
            </a:extLst>
          </p:cNvPr>
          <p:cNvGrpSpPr/>
          <p:nvPr/>
        </p:nvGrpSpPr>
        <p:grpSpPr>
          <a:xfrm>
            <a:off x="8299475" y="4144227"/>
            <a:ext cx="3602990" cy="1866900"/>
            <a:chOff x="5918955" y="1224747"/>
            <a:chExt cx="3602990" cy="1866900"/>
          </a:xfrm>
        </p:grpSpPr>
        <p:sp>
          <p:nvSpPr>
            <p:cNvPr id="65" name="Rectangle: Rounded Corners 64">
              <a:extLst>
                <a:ext uri="{FF2B5EF4-FFF2-40B4-BE49-F238E27FC236}">
                  <a16:creationId xmlns:a16="http://schemas.microsoft.com/office/drawing/2014/main" id="{9110829E-B10C-6191-25CB-EC2998B598E7}"/>
                </a:ext>
              </a:extLst>
            </p:cNvPr>
            <p:cNvSpPr/>
            <p:nvPr/>
          </p:nvSpPr>
          <p:spPr>
            <a:xfrm>
              <a:off x="5918955" y="1224747"/>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a:extLst>
                <a:ext uri="{FF2B5EF4-FFF2-40B4-BE49-F238E27FC236}">
                  <a16:creationId xmlns:a16="http://schemas.microsoft.com/office/drawing/2014/main" id="{B272F748-3B55-74C4-9E16-0B1C98F4DD34}"/>
                </a:ext>
              </a:extLst>
            </p:cNvPr>
            <p:cNvPicPr>
              <a:picLocks noChangeAspect="1"/>
            </p:cNvPicPr>
            <p:nvPr/>
          </p:nvPicPr>
          <p:blipFill>
            <a:blip r:embed="rId14">
              <a:extLst>
                <a:ext uri="{BEBA8EAE-BF5A-486C-A8C5-ECC9F3942E4B}">
                  <a14:imgProps xmlns:a14="http://schemas.microsoft.com/office/drawing/2010/main">
                    <a14:imgLayer r:embed="rId15">
                      <a14:imgEffect>
                        <a14:colorTemperature colorTemp="7201"/>
                      </a14:imgEffect>
                    </a14:imgLayer>
                  </a14:imgProps>
                </a:ext>
                <a:ext uri="{28A0092B-C50C-407E-A947-70E740481C1C}">
                  <a14:useLocalDpi xmlns:a14="http://schemas.microsoft.com/office/drawing/2010/main" val="0"/>
                </a:ext>
              </a:extLst>
            </a:blip>
            <a:srcRect t="25979"/>
            <a:stretch>
              <a:fillRect/>
            </a:stretch>
          </p:blipFill>
          <p:spPr>
            <a:xfrm>
              <a:off x="6148884" y="1511396"/>
              <a:ext cx="1122999" cy="1108339"/>
            </a:xfrm>
            <a:prstGeom prst="ellipse">
              <a:avLst/>
            </a:prstGeom>
          </p:spPr>
        </p:pic>
        <p:pic>
          <p:nvPicPr>
            <p:cNvPr id="39" name="Graphic 38">
              <a:extLst>
                <a:ext uri="{FF2B5EF4-FFF2-40B4-BE49-F238E27FC236}">
                  <a16:creationId xmlns:a16="http://schemas.microsoft.com/office/drawing/2014/main" id="{2346DD09-D935-8A1C-DFFA-8B4D6FFE44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36071" y="1407916"/>
              <a:ext cx="1323012" cy="1327869"/>
            </a:xfrm>
            <a:prstGeom prst="ellipse">
              <a:avLst/>
            </a:prstGeom>
          </p:spPr>
        </p:pic>
        <p:sp>
          <p:nvSpPr>
            <p:cNvPr id="40" name="TextBox 39">
              <a:extLst>
                <a:ext uri="{FF2B5EF4-FFF2-40B4-BE49-F238E27FC236}">
                  <a16:creationId xmlns:a16="http://schemas.microsoft.com/office/drawing/2014/main" id="{E5F87DA5-C41D-B60B-F1CB-33C245E7F0BE}"/>
                </a:ext>
              </a:extLst>
            </p:cNvPr>
            <p:cNvSpPr txBox="1"/>
            <p:nvPr/>
          </p:nvSpPr>
          <p:spPr>
            <a:xfrm>
              <a:off x="7367962" y="1973069"/>
              <a:ext cx="2153983"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Diretora de operações e tecnologia social</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Estruturação de cooperativas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Impacto social</a:t>
              </a:r>
            </a:p>
          </p:txBody>
        </p:sp>
        <p:sp>
          <p:nvSpPr>
            <p:cNvPr id="41" name="TextBox 40">
              <a:extLst>
                <a:ext uri="{FF2B5EF4-FFF2-40B4-BE49-F238E27FC236}">
                  <a16:creationId xmlns:a16="http://schemas.microsoft.com/office/drawing/2014/main" id="{D8F12180-B8D8-2FE5-DCCD-D35AB0B5BA45}"/>
                </a:ext>
              </a:extLst>
            </p:cNvPr>
            <p:cNvSpPr txBox="1"/>
            <p:nvPr/>
          </p:nvSpPr>
          <p:spPr>
            <a:xfrm>
              <a:off x="7367963" y="1377478"/>
              <a:ext cx="1636417" cy="261610"/>
            </a:xfrm>
            <a:prstGeom prst="rect">
              <a:avLst/>
            </a:prstGeom>
            <a:noFill/>
          </p:spPr>
          <p:txBody>
            <a:bodyPr wrap="square" rtlCol="0" anchor="ctr">
              <a:spAutoFit/>
            </a:bodyPr>
            <a:lstStyle/>
            <a:p>
              <a:r>
                <a:rPr lang="pt-BR" sz="1050" b="1" dirty="0"/>
                <a:t>Juliana Navea</a:t>
              </a:r>
            </a:p>
          </p:txBody>
        </p:sp>
        <p:sp>
          <p:nvSpPr>
            <p:cNvPr id="42" name="TextBox 41">
              <a:extLst>
                <a:ext uri="{FF2B5EF4-FFF2-40B4-BE49-F238E27FC236}">
                  <a16:creationId xmlns:a16="http://schemas.microsoft.com/office/drawing/2014/main" id="{1BD09979-212F-5E8E-9FEE-04075EB87D04}"/>
                </a:ext>
              </a:extLst>
            </p:cNvPr>
            <p:cNvSpPr txBox="1"/>
            <p:nvPr/>
          </p:nvSpPr>
          <p:spPr>
            <a:xfrm>
              <a:off x="7367963" y="1658773"/>
              <a:ext cx="2042223" cy="200055"/>
            </a:xfrm>
            <a:prstGeom prst="rect">
              <a:avLst/>
            </a:prstGeom>
            <a:noFill/>
          </p:spPr>
          <p:txBody>
            <a:bodyPr wrap="square">
              <a:spAutoFit/>
            </a:bodyPr>
            <a:lstStyle/>
            <a:p>
              <a:r>
                <a:rPr lang="pt-BR" sz="700" spc="300" dirty="0"/>
                <a:t>EXPANSÃO SELO</a:t>
              </a:r>
              <a:endParaRPr lang="en-US" sz="700" dirty="0"/>
            </a:p>
          </p:txBody>
        </p:sp>
        <p:grpSp>
          <p:nvGrpSpPr>
            <p:cNvPr id="43" name="Group 42">
              <a:extLst>
                <a:ext uri="{FF2B5EF4-FFF2-40B4-BE49-F238E27FC236}">
                  <a16:creationId xmlns:a16="http://schemas.microsoft.com/office/drawing/2014/main" id="{D336C068-B754-E145-EF7C-FCE72AD2ECE1}"/>
                </a:ext>
              </a:extLst>
            </p:cNvPr>
            <p:cNvGrpSpPr/>
            <p:nvPr/>
          </p:nvGrpSpPr>
          <p:grpSpPr>
            <a:xfrm>
              <a:off x="7456863" y="2688101"/>
              <a:ext cx="1692297" cy="215444"/>
              <a:chOff x="5526777" y="1862797"/>
              <a:chExt cx="1692297" cy="215444"/>
            </a:xfrm>
          </p:grpSpPr>
          <p:sp>
            <p:nvSpPr>
              <p:cNvPr id="44" name="TextBox 43">
                <a:extLst>
                  <a:ext uri="{FF2B5EF4-FFF2-40B4-BE49-F238E27FC236}">
                    <a16:creationId xmlns:a16="http://schemas.microsoft.com/office/drawing/2014/main" id="{3012C2E2-6511-BADE-07AE-6E30751C4B24}"/>
                  </a:ext>
                </a:extLst>
              </p:cNvPr>
              <p:cNvSpPr txBox="1"/>
              <p:nvPr/>
            </p:nvSpPr>
            <p:spPr>
              <a:xfrm>
                <a:off x="5671639" y="1862797"/>
                <a:ext cx="1547435" cy="215444"/>
              </a:xfrm>
              <a:prstGeom prst="rect">
                <a:avLst/>
              </a:prstGeom>
              <a:noFill/>
            </p:spPr>
            <p:txBody>
              <a:bodyPr wrap="square">
                <a:spAutoFit/>
              </a:bodyPr>
              <a:lstStyle/>
              <a:p>
                <a:r>
                  <a:rPr lang="pt-BR" sz="800" dirty="0">
                    <a:hlinkClick r:id="rId16">
                      <a:extLst>
                        <a:ext uri="{A12FA001-AC4F-418D-AE19-62706E023703}">
                          <ahyp:hlinkClr xmlns:ahyp="http://schemas.microsoft.com/office/drawing/2018/hyperlinkcolor" val="tx"/>
                        </a:ext>
                      </a:extLst>
                    </a:hlinkClick>
                  </a:rPr>
                  <a:t>juliana.navea@ambipar.com</a:t>
                </a:r>
                <a:r>
                  <a:rPr lang="pt-BR" sz="800" dirty="0"/>
                  <a:t> </a:t>
                </a:r>
              </a:p>
            </p:txBody>
          </p:sp>
          <p:pic>
            <p:nvPicPr>
              <p:cNvPr id="45" name="Graphic 44">
                <a:extLst>
                  <a:ext uri="{FF2B5EF4-FFF2-40B4-BE49-F238E27FC236}">
                    <a16:creationId xmlns:a16="http://schemas.microsoft.com/office/drawing/2014/main" id="{5B8C3D0C-9EAB-A8A8-FF57-F63E4F6942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6777" y="1909431"/>
                <a:ext cx="147578" cy="147577"/>
              </a:xfrm>
              <a:prstGeom prst="rect">
                <a:avLst/>
              </a:prstGeom>
            </p:spPr>
          </p:pic>
        </p:grpSp>
        <p:pic>
          <p:nvPicPr>
            <p:cNvPr id="1026" name="Picture 2">
              <a:extLst>
                <a:ext uri="{FF2B5EF4-FFF2-40B4-BE49-F238E27FC236}">
                  <a16:creationId xmlns:a16="http://schemas.microsoft.com/office/drawing/2014/main" id="{7DFD653E-512D-A75D-6652-F7BA4EAC7D4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27448" y="1404765"/>
              <a:ext cx="1365869" cy="1365869"/>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15" name="Graphic 48">
              <a:extLst>
                <a:ext uri="{FF2B5EF4-FFF2-40B4-BE49-F238E27FC236}">
                  <a16:creationId xmlns:a16="http://schemas.microsoft.com/office/drawing/2014/main" id="{D29116F5-C7F7-124A-6240-6944DCA4AF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42723" y="1421210"/>
              <a:ext cx="1332000" cy="1332000"/>
            </a:xfrm>
            <a:prstGeom prst="ellipse">
              <a:avLst/>
            </a:prstGeom>
          </p:spPr>
        </p:pic>
      </p:grpSp>
      <p:grpSp>
        <p:nvGrpSpPr>
          <p:cNvPr id="63" name="Agrupar 62">
            <a:extLst>
              <a:ext uri="{FF2B5EF4-FFF2-40B4-BE49-F238E27FC236}">
                <a16:creationId xmlns:a16="http://schemas.microsoft.com/office/drawing/2014/main" id="{9234CA0B-2C85-C464-CC9D-B87A874BF18F}"/>
              </a:ext>
            </a:extLst>
          </p:cNvPr>
          <p:cNvGrpSpPr/>
          <p:nvPr/>
        </p:nvGrpSpPr>
        <p:grpSpPr>
          <a:xfrm>
            <a:off x="301313" y="1893425"/>
            <a:ext cx="3716799" cy="1866900"/>
            <a:chOff x="6310344" y="1962231"/>
            <a:chExt cx="3716799" cy="1866900"/>
          </a:xfrm>
        </p:grpSpPr>
        <p:sp>
          <p:nvSpPr>
            <p:cNvPr id="34" name="Rectangle: Rounded Corners 90">
              <a:extLst>
                <a:ext uri="{FF2B5EF4-FFF2-40B4-BE49-F238E27FC236}">
                  <a16:creationId xmlns:a16="http://schemas.microsoft.com/office/drawing/2014/main" id="{F0229F15-E44D-2A08-4A54-62E9FE266412}"/>
                </a:ext>
              </a:extLst>
            </p:cNvPr>
            <p:cNvSpPr/>
            <p:nvPr/>
          </p:nvSpPr>
          <p:spPr>
            <a:xfrm>
              <a:off x="631034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51">
              <a:extLst>
                <a:ext uri="{FF2B5EF4-FFF2-40B4-BE49-F238E27FC236}">
                  <a16:creationId xmlns:a16="http://schemas.microsoft.com/office/drawing/2014/main" id="{EE25A804-AE9C-301A-343C-2F7EED71BB32}"/>
                </a:ext>
              </a:extLst>
            </p:cNvPr>
            <p:cNvGrpSpPr/>
            <p:nvPr/>
          </p:nvGrpSpPr>
          <p:grpSpPr>
            <a:xfrm>
              <a:off x="7872421" y="2248340"/>
              <a:ext cx="2154722" cy="1400600"/>
              <a:chOff x="5562577" y="682349"/>
              <a:chExt cx="2154722" cy="1400600"/>
            </a:xfrm>
          </p:grpSpPr>
          <p:sp>
            <p:nvSpPr>
              <p:cNvPr id="36" name="TextBox 52">
                <a:extLst>
                  <a:ext uri="{FF2B5EF4-FFF2-40B4-BE49-F238E27FC236}">
                    <a16:creationId xmlns:a16="http://schemas.microsoft.com/office/drawing/2014/main" id="{5446CE7C-170F-4CED-70AA-85B3A3C089DB}"/>
                  </a:ext>
                </a:extLst>
              </p:cNvPr>
              <p:cNvSpPr txBox="1"/>
              <p:nvPr/>
            </p:nvSpPr>
            <p:spPr>
              <a:xfrm>
                <a:off x="5562578" y="1206662"/>
                <a:ext cx="203792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Executiva de vendas – Novos negócios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Venda consultiva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Negociação B2B</a:t>
                </a:r>
              </a:p>
            </p:txBody>
          </p:sp>
          <p:sp>
            <p:nvSpPr>
              <p:cNvPr id="38" name="TextBox 53">
                <a:extLst>
                  <a:ext uri="{FF2B5EF4-FFF2-40B4-BE49-F238E27FC236}">
                    <a16:creationId xmlns:a16="http://schemas.microsoft.com/office/drawing/2014/main" id="{1EA81A97-1ECC-B05D-9D0A-983CF28E74B9}"/>
                  </a:ext>
                </a:extLst>
              </p:cNvPr>
              <p:cNvSpPr txBox="1"/>
              <p:nvPr/>
            </p:nvSpPr>
            <p:spPr>
              <a:xfrm>
                <a:off x="5562578" y="682349"/>
                <a:ext cx="1636417" cy="261610"/>
              </a:xfrm>
              <a:prstGeom prst="rect">
                <a:avLst/>
              </a:prstGeom>
              <a:noFill/>
            </p:spPr>
            <p:txBody>
              <a:bodyPr wrap="square" rtlCol="0" anchor="ctr">
                <a:spAutoFit/>
              </a:bodyPr>
              <a:lstStyle/>
              <a:p>
                <a:r>
                  <a:rPr lang="pt-BR" sz="1050" b="1" dirty="0"/>
                  <a:t>Kathleen Mulsa</a:t>
                </a:r>
              </a:p>
            </p:txBody>
          </p:sp>
          <p:sp>
            <p:nvSpPr>
              <p:cNvPr id="46" name="TextBox 54">
                <a:extLst>
                  <a:ext uri="{FF2B5EF4-FFF2-40B4-BE49-F238E27FC236}">
                    <a16:creationId xmlns:a16="http://schemas.microsoft.com/office/drawing/2014/main" id="{5DA2FE56-8508-7825-CB0D-620D987304F3}"/>
                  </a:ext>
                </a:extLst>
              </p:cNvPr>
              <p:cNvSpPr txBox="1"/>
              <p:nvPr/>
            </p:nvSpPr>
            <p:spPr>
              <a:xfrm>
                <a:off x="5562577" y="952214"/>
                <a:ext cx="1836443" cy="213328"/>
              </a:xfrm>
              <a:prstGeom prst="rect">
                <a:avLst/>
              </a:prstGeom>
              <a:noFill/>
            </p:spPr>
            <p:txBody>
              <a:bodyPr wrap="square">
                <a:spAutoFit/>
              </a:bodyPr>
              <a:lstStyle/>
              <a:p>
                <a:pPr>
                  <a:lnSpc>
                    <a:spcPts val="1000"/>
                  </a:lnSpc>
                </a:pPr>
                <a:r>
                  <a:rPr lang="pt-BR" sz="700" spc="300" dirty="0"/>
                  <a:t>COMERCIAL</a:t>
                </a:r>
                <a:endParaRPr lang="en-US" sz="700" dirty="0"/>
              </a:p>
            </p:txBody>
          </p:sp>
          <p:grpSp>
            <p:nvGrpSpPr>
              <p:cNvPr id="47" name="Group 55">
                <a:extLst>
                  <a:ext uri="{FF2B5EF4-FFF2-40B4-BE49-F238E27FC236}">
                    <a16:creationId xmlns:a16="http://schemas.microsoft.com/office/drawing/2014/main" id="{CF89FCBC-06F3-3520-E0E6-B87E1432E188}"/>
                  </a:ext>
                </a:extLst>
              </p:cNvPr>
              <p:cNvGrpSpPr/>
              <p:nvPr/>
            </p:nvGrpSpPr>
            <p:grpSpPr>
              <a:xfrm>
                <a:off x="5651478" y="1867505"/>
                <a:ext cx="2065821" cy="215444"/>
                <a:chOff x="5612502" y="1823055"/>
                <a:chExt cx="2065821" cy="215444"/>
              </a:xfrm>
            </p:grpSpPr>
            <p:sp>
              <p:nvSpPr>
                <p:cNvPr id="48" name="TextBox 56">
                  <a:extLst>
                    <a:ext uri="{FF2B5EF4-FFF2-40B4-BE49-F238E27FC236}">
                      <a16:creationId xmlns:a16="http://schemas.microsoft.com/office/drawing/2014/main" id="{42B06430-EC12-0D86-794B-823C05F20F4A}"/>
                    </a:ext>
                  </a:extLst>
                </p:cNvPr>
                <p:cNvSpPr txBox="1"/>
                <p:nvPr/>
              </p:nvSpPr>
              <p:spPr>
                <a:xfrm>
                  <a:off x="5757364" y="1823055"/>
                  <a:ext cx="1920959" cy="215444"/>
                </a:xfrm>
                <a:prstGeom prst="rect">
                  <a:avLst/>
                </a:prstGeom>
                <a:noFill/>
              </p:spPr>
              <p:txBody>
                <a:bodyPr wrap="square">
                  <a:spAutoFit/>
                </a:bodyPr>
                <a:lstStyle/>
                <a:p>
                  <a:r>
                    <a:rPr lang="pt-BR" sz="800" dirty="0">
                      <a:hlinkClick r:id="rId18">
                        <a:extLst>
                          <a:ext uri="{A12FA001-AC4F-418D-AE19-62706E023703}">
                            <ahyp:hlinkClr xmlns:ahyp="http://schemas.microsoft.com/office/drawing/2018/hyperlinkcolor" val="tx"/>
                          </a:ext>
                        </a:extLst>
                      </a:hlinkClick>
                    </a:rPr>
                    <a:t>Kathleen.mulsa@ambipar.com</a:t>
                  </a:r>
                  <a:endParaRPr lang="en-US" sz="800" dirty="0"/>
                </a:p>
              </p:txBody>
            </p:sp>
            <p:pic>
              <p:nvPicPr>
                <p:cNvPr id="50" name="Graphic 57">
                  <a:extLst>
                    <a:ext uri="{FF2B5EF4-FFF2-40B4-BE49-F238E27FC236}">
                      <a16:creationId xmlns:a16="http://schemas.microsoft.com/office/drawing/2014/main" id="{EBF7B682-E5B6-51F7-D1E1-7F822117F9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2502" y="1869689"/>
                  <a:ext cx="147578" cy="147577"/>
                </a:xfrm>
                <a:prstGeom prst="rect">
                  <a:avLst/>
                </a:prstGeom>
              </p:spPr>
            </p:pic>
          </p:grpSp>
        </p:grpSp>
        <p:pic>
          <p:nvPicPr>
            <p:cNvPr id="61" name="Imagem 60">
              <a:extLst>
                <a:ext uri="{FF2B5EF4-FFF2-40B4-BE49-F238E27FC236}">
                  <a16:creationId xmlns:a16="http://schemas.microsoft.com/office/drawing/2014/main" id="{E26BEF5D-9D3A-2218-4CF3-96D10A77138A}"/>
                </a:ext>
              </a:extLst>
            </p:cNvPr>
            <p:cNvPicPr>
              <a:picLocks noChangeAspect="1"/>
            </p:cNvPicPr>
            <p:nvPr/>
          </p:nvPicPr>
          <p:blipFill>
            <a:blip r:embed="rId19"/>
            <a:srcRect l="1193" t="13942" r="976" b="16467"/>
            <a:stretch>
              <a:fillRect/>
            </a:stretch>
          </p:blipFill>
          <p:spPr>
            <a:xfrm>
              <a:off x="6542618" y="2248340"/>
              <a:ext cx="1267012" cy="1284084"/>
            </a:xfrm>
            <a:prstGeom prst="ellipse">
              <a:avLst/>
            </a:prstGeom>
          </p:spPr>
        </p:pic>
        <p:pic>
          <p:nvPicPr>
            <p:cNvPr id="59" name="Graphic 48">
              <a:extLst>
                <a:ext uri="{FF2B5EF4-FFF2-40B4-BE49-F238E27FC236}">
                  <a16:creationId xmlns:a16="http://schemas.microsoft.com/office/drawing/2014/main" id="{C3D3DCBB-5DC5-51AD-6BAD-95620012D03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6081" y="2205753"/>
              <a:ext cx="1332000" cy="1332000"/>
            </a:xfrm>
            <a:prstGeom prst="ellipse">
              <a:avLst/>
            </a:prstGeom>
          </p:spPr>
        </p:pic>
      </p:grpSp>
      <p:sp>
        <p:nvSpPr>
          <p:cNvPr id="68" name="Rectangle: Rounded Corners 61">
            <a:extLst>
              <a:ext uri="{FF2B5EF4-FFF2-40B4-BE49-F238E27FC236}">
                <a16:creationId xmlns:a16="http://schemas.microsoft.com/office/drawing/2014/main" id="{8E866CEB-A665-95F3-4253-AF2FE70E5602}"/>
              </a:ext>
            </a:extLst>
          </p:cNvPr>
          <p:cNvSpPr/>
          <p:nvPr/>
        </p:nvSpPr>
        <p:spPr>
          <a:xfrm>
            <a:off x="8299475" y="1899715"/>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23">
            <a:extLst>
              <a:ext uri="{FF2B5EF4-FFF2-40B4-BE49-F238E27FC236}">
                <a16:creationId xmlns:a16="http://schemas.microsoft.com/office/drawing/2014/main" id="{E33F5E31-0690-1E3B-153B-1265E2E727F6}"/>
              </a:ext>
            </a:extLst>
          </p:cNvPr>
          <p:cNvSpPr txBox="1"/>
          <p:nvPr/>
        </p:nvSpPr>
        <p:spPr>
          <a:xfrm>
            <a:off x="9949515" y="2654711"/>
            <a:ext cx="178885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Gestão de contratos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Elaboração e validação de minutas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Interface com o jurídico </a:t>
            </a:r>
          </a:p>
        </p:txBody>
      </p:sp>
      <p:sp>
        <p:nvSpPr>
          <p:cNvPr id="71" name="TextBox 24">
            <a:extLst>
              <a:ext uri="{FF2B5EF4-FFF2-40B4-BE49-F238E27FC236}">
                <a16:creationId xmlns:a16="http://schemas.microsoft.com/office/drawing/2014/main" id="{28456596-9680-E210-D8AF-807735AB6F77}"/>
              </a:ext>
            </a:extLst>
          </p:cNvPr>
          <p:cNvSpPr txBox="1"/>
          <p:nvPr/>
        </p:nvSpPr>
        <p:spPr>
          <a:xfrm>
            <a:off x="9949515" y="2198978"/>
            <a:ext cx="1636417" cy="261610"/>
          </a:xfrm>
          <a:prstGeom prst="rect">
            <a:avLst/>
          </a:prstGeom>
          <a:noFill/>
        </p:spPr>
        <p:txBody>
          <a:bodyPr wrap="square" rtlCol="0" anchor="ctr">
            <a:spAutoFit/>
          </a:bodyPr>
          <a:lstStyle/>
          <a:p>
            <a:r>
              <a:rPr lang="pt-BR" sz="1050" b="1" dirty="0"/>
              <a:t>Nicolas Miranda</a:t>
            </a:r>
          </a:p>
        </p:txBody>
      </p:sp>
      <p:sp>
        <p:nvSpPr>
          <p:cNvPr id="72" name="TextBox 25">
            <a:extLst>
              <a:ext uri="{FF2B5EF4-FFF2-40B4-BE49-F238E27FC236}">
                <a16:creationId xmlns:a16="http://schemas.microsoft.com/office/drawing/2014/main" id="{3A31680A-1437-C746-8B64-DD51D7F8121C}"/>
              </a:ext>
            </a:extLst>
          </p:cNvPr>
          <p:cNvSpPr txBox="1"/>
          <p:nvPr/>
        </p:nvSpPr>
        <p:spPr>
          <a:xfrm>
            <a:off x="9949515" y="2457413"/>
            <a:ext cx="1773577" cy="200055"/>
          </a:xfrm>
          <a:prstGeom prst="rect">
            <a:avLst/>
          </a:prstGeom>
          <a:noFill/>
        </p:spPr>
        <p:txBody>
          <a:bodyPr wrap="square">
            <a:spAutoFit/>
          </a:bodyPr>
          <a:lstStyle/>
          <a:p>
            <a:r>
              <a:rPr lang="pt-BR" sz="700" spc="300" dirty="0"/>
              <a:t>BACKOFFICE</a:t>
            </a:r>
            <a:endParaRPr lang="en-US" sz="700" dirty="0"/>
          </a:p>
        </p:txBody>
      </p:sp>
      <p:pic>
        <p:nvPicPr>
          <p:cNvPr id="76" name="Picture 2">
            <a:extLst>
              <a:ext uri="{FF2B5EF4-FFF2-40B4-BE49-F238E27FC236}">
                <a16:creationId xmlns:a16="http://schemas.microsoft.com/office/drawing/2014/main" id="{1BF914E7-E473-7EBC-D55F-F57E0B98306F}"/>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9431" t="10530" r="9491" b="9330"/>
          <a:stretch>
            <a:fillRect/>
          </a:stretch>
        </p:blipFill>
        <p:spPr bwMode="auto">
          <a:xfrm>
            <a:off x="8533841" y="2230797"/>
            <a:ext cx="1173908" cy="1160317"/>
          </a:xfrm>
          <a:prstGeom prst="ellipse">
            <a:avLst/>
          </a:prstGeom>
          <a:noFill/>
          <a:extLst>
            <a:ext uri="{909E8E84-426E-40DD-AFC4-6F175D3DCCD1}">
              <a14:hiddenFill xmlns:a14="http://schemas.microsoft.com/office/drawing/2010/main">
                <a:solidFill>
                  <a:srgbClr val="FFFFFF"/>
                </a:solidFill>
              </a14:hiddenFill>
            </a:ext>
          </a:extLst>
        </p:spPr>
      </p:pic>
      <p:grpSp>
        <p:nvGrpSpPr>
          <p:cNvPr id="73" name="Group 29">
            <a:extLst>
              <a:ext uri="{FF2B5EF4-FFF2-40B4-BE49-F238E27FC236}">
                <a16:creationId xmlns:a16="http://schemas.microsoft.com/office/drawing/2014/main" id="{761A8A45-4CCD-4E26-42B3-3D9B1FAD12A6}"/>
              </a:ext>
            </a:extLst>
          </p:cNvPr>
          <p:cNvGrpSpPr/>
          <p:nvPr/>
        </p:nvGrpSpPr>
        <p:grpSpPr>
          <a:xfrm>
            <a:off x="10038415" y="3291673"/>
            <a:ext cx="1801097" cy="215444"/>
            <a:chOff x="5698227" y="1721069"/>
            <a:chExt cx="1801097" cy="215444"/>
          </a:xfrm>
        </p:grpSpPr>
        <p:sp>
          <p:nvSpPr>
            <p:cNvPr id="74" name="TextBox 26">
              <a:extLst>
                <a:ext uri="{FF2B5EF4-FFF2-40B4-BE49-F238E27FC236}">
                  <a16:creationId xmlns:a16="http://schemas.microsoft.com/office/drawing/2014/main" id="{FC1D1657-8D4C-F200-A7C7-C4413BBA136B}"/>
                </a:ext>
              </a:extLst>
            </p:cNvPr>
            <p:cNvSpPr txBox="1"/>
            <p:nvPr/>
          </p:nvSpPr>
          <p:spPr>
            <a:xfrm>
              <a:off x="5859667" y="1721069"/>
              <a:ext cx="1639657" cy="215444"/>
            </a:xfrm>
            <a:prstGeom prst="rect">
              <a:avLst/>
            </a:prstGeom>
            <a:noFill/>
          </p:spPr>
          <p:txBody>
            <a:bodyPr wrap="square">
              <a:spAutoFit/>
            </a:bodyPr>
            <a:lstStyle/>
            <a:p>
              <a:r>
                <a:rPr lang="pt-BR" sz="800" dirty="0">
                  <a:hlinkClick r:id="rId21">
                    <a:extLst>
                      <a:ext uri="{A12FA001-AC4F-418D-AE19-62706E023703}">
                        <ahyp:hlinkClr xmlns:ahyp="http://schemas.microsoft.com/office/drawing/2018/hyperlinkcolor" val="tx"/>
                      </a:ext>
                    </a:extLst>
                  </a:hlinkClick>
                </a:rPr>
                <a:t>nicolas.miranda@ambipar.com</a:t>
              </a:r>
              <a:r>
                <a:rPr lang="pt-BR" sz="800" dirty="0"/>
                <a:t> </a:t>
              </a:r>
              <a:endParaRPr lang="en-US" sz="800" dirty="0"/>
            </a:p>
          </p:txBody>
        </p:sp>
        <p:pic>
          <p:nvPicPr>
            <p:cNvPr id="75" name="Graphic 28">
              <a:extLst>
                <a:ext uri="{FF2B5EF4-FFF2-40B4-BE49-F238E27FC236}">
                  <a16:creationId xmlns:a16="http://schemas.microsoft.com/office/drawing/2014/main" id="{C636F5BA-2C27-23BF-9699-06595D53F6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98227" y="1766722"/>
              <a:ext cx="147578" cy="147577"/>
            </a:xfrm>
            <a:prstGeom prst="rect">
              <a:avLst/>
            </a:prstGeom>
          </p:spPr>
        </p:pic>
      </p:grpSp>
      <p:pic>
        <p:nvPicPr>
          <p:cNvPr id="1028" name="Picture 4">
            <a:extLst>
              <a:ext uri="{FF2B5EF4-FFF2-40B4-BE49-F238E27FC236}">
                <a16:creationId xmlns:a16="http://schemas.microsoft.com/office/drawing/2014/main" id="{739C839B-9C93-44CD-BCAD-8BEBC584C41A}"/>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8282" t="34165" r="26951" b="1069"/>
          <a:stretch>
            <a:fillRect/>
          </a:stretch>
        </p:blipFill>
        <p:spPr bwMode="auto">
          <a:xfrm>
            <a:off x="4535748" y="4444042"/>
            <a:ext cx="1291872" cy="1291872"/>
          </a:xfrm>
          <a:prstGeom prst="ellipse">
            <a:avLst/>
          </a:prstGeom>
          <a:noFill/>
          <a:extLst>
            <a:ext uri="{909E8E84-426E-40DD-AFC4-6F175D3DCCD1}">
              <a14:hiddenFill xmlns:a14="http://schemas.microsoft.com/office/drawing/2010/main">
                <a:solidFill>
                  <a:srgbClr val="FFFFFF"/>
                </a:solidFill>
              </a14:hiddenFill>
            </a:ext>
          </a:extLst>
        </p:spPr>
      </p:pic>
      <p:pic>
        <p:nvPicPr>
          <p:cNvPr id="69" name="Graphic 21">
            <a:extLst>
              <a:ext uri="{FF2B5EF4-FFF2-40B4-BE49-F238E27FC236}">
                <a16:creationId xmlns:a16="http://schemas.microsoft.com/office/drawing/2014/main" id="{60FAFFBD-F4D2-0EB6-42D1-A8347872FE5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455063" y="2159565"/>
            <a:ext cx="1332549" cy="1332549"/>
          </a:xfrm>
          <a:prstGeom prst="ellipse">
            <a:avLst/>
          </a:prstGeom>
        </p:spPr>
      </p:pic>
      <p:pic>
        <p:nvPicPr>
          <p:cNvPr id="22" name="Graphic 21">
            <a:extLst>
              <a:ext uri="{FF2B5EF4-FFF2-40B4-BE49-F238E27FC236}">
                <a16:creationId xmlns:a16="http://schemas.microsoft.com/office/drawing/2014/main" id="{DBE24467-27AD-791D-B37C-57100DDCC21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502881" y="4430919"/>
            <a:ext cx="1332549" cy="1332549"/>
          </a:xfrm>
          <a:prstGeom prst="ellipse">
            <a:avLst/>
          </a:prstGeom>
        </p:spPr>
      </p:pic>
      <p:pic>
        <p:nvPicPr>
          <p:cNvPr id="3" name="Graphic 49">
            <a:extLst>
              <a:ext uri="{FF2B5EF4-FFF2-40B4-BE49-F238E27FC236}">
                <a16:creationId xmlns:a16="http://schemas.microsoft.com/office/drawing/2014/main" id="{CB9644E2-BCE2-82C3-DF0D-7D71CA4B2922}"/>
              </a:ext>
            </a:extLst>
          </p:cNvPr>
          <p:cNvPicPr>
            <a:picLocks noChangeAspect="1"/>
          </p:cNvPicPr>
          <p:nvPr/>
        </p:nvPicPr>
        <p:blipFill rotWithShape="1">
          <a:blip>
            <a:extLst>
              <a:ext uri="{96DAC541-7B7A-43D3-8B79-37D633B846F1}">
                <asvg:svgBlip xmlns:asvg="http://schemas.microsoft.com/office/drawing/2016/SVG/main" r:embed="rId23"/>
              </a:ext>
            </a:extLst>
          </a:blip>
          <a:srcRect l="50000"/>
          <a:stretch/>
        </p:blipFill>
        <p:spPr>
          <a:xfrm>
            <a:off x="0" y="459780"/>
            <a:ext cx="538231" cy="1076463"/>
          </a:xfrm>
          <a:prstGeom prst="rect">
            <a:avLst/>
          </a:prstGeom>
        </p:spPr>
      </p:pic>
      <p:sp>
        <p:nvSpPr>
          <p:cNvPr id="11" name="Title 1">
            <a:extLst>
              <a:ext uri="{FF2B5EF4-FFF2-40B4-BE49-F238E27FC236}">
                <a16:creationId xmlns:a16="http://schemas.microsoft.com/office/drawing/2014/main" id="{917939D7-7088-82DC-EE7F-4686F76C969A}"/>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latin typeface="Neo Sans Std Black" panose="020B0A04030504040204" pitchFamily="34" charset="0"/>
              </a:rPr>
              <a:t>Conheça a</a:t>
            </a:r>
          </a:p>
        </p:txBody>
      </p:sp>
    </p:spTree>
    <p:extLst>
      <p:ext uri="{BB962C8B-B14F-4D97-AF65-F5344CB8AC3E}">
        <p14:creationId xmlns:p14="http://schemas.microsoft.com/office/powerpoint/2010/main" val="2468792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2539-BA80-AC1D-7EC8-31F874F06B7B}"/>
            </a:ext>
          </a:extLst>
        </p:cNvPr>
        <p:cNvGrpSpPr/>
        <p:nvPr/>
      </p:nvGrpSpPr>
      <p:grpSpPr>
        <a:xfrm>
          <a:off x="0" y="0"/>
          <a:ext cx="0" cy="0"/>
          <a:chOff x="0" y="0"/>
          <a:chExt cx="0" cy="0"/>
        </a:xfrm>
      </p:grpSpPr>
      <p:sp>
        <p:nvSpPr>
          <p:cNvPr id="6" name="object 5">
            <a:extLst>
              <a:ext uri="{FF2B5EF4-FFF2-40B4-BE49-F238E27FC236}">
                <a16:creationId xmlns:a16="http://schemas.microsoft.com/office/drawing/2014/main" id="{B3630B66-29C3-F2FF-6626-B709B5AC7B2E}"/>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7" name="Gráfico 6">
            <a:extLst>
              <a:ext uri="{FF2B5EF4-FFF2-40B4-BE49-F238E27FC236}">
                <a16:creationId xmlns:a16="http://schemas.microsoft.com/office/drawing/2014/main" id="{B98D2DD0-FA1C-95B7-D16A-8149AECE2F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709953" y="84750"/>
            <a:ext cx="400241" cy="400241"/>
          </a:xfrm>
          <a:prstGeom prst="rect">
            <a:avLst/>
          </a:prstGeom>
        </p:spPr>
      </p:pic>
      <p:sp>
        <p:nvSpPr>
          <p:cNvPr id="13" name="Retângulo 12">
            <a:extLst>
              <a:ext uri="{FF2B5EF4-FFF2-40B4-BE49-F238E27FC236}">
                <a16:creationId xmlns:a16="http://schemas.microsoft.com/office/drawing/2014/main" id="{AC30B7C7-8DAF-91D9-3490-D7D1DD522A16}"/>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CaixaDeTexto 33">
            <a:extLst>
              <a:ext uri="{FF2B5EF4-FFF2-40B4-BE49-F238E27FC236}">
                <a16:creationId xmlns:a16="http://schemas.microsoft.com/office/drawing/2014/main" id="{2F804D58-180E-D8D8-7324-CF67E7BC45AA}"/>
              </a:ext>
            </a:extLst>
          </p:cNvPr>
          <p:cNvSpPr txBox="1"/>
          <p:nvPr/>
        </p:nvSpPr>
        <p:spPr>
          <a:xfrm>
            <a:off x="586651" y="4950649"/>
            <a:ext cx="8960874" cy="1554272"/>
          </a:xfrm>
          <a:prstGeom prst="rect">
            <a:avLst/>
          </a:prstGeom>
          <a:noFill/>
        </p:spPr>
        <p:txBody>
          <a:bodyPr wrap="square" rtlCol="0">
            <a:spAutoFit/>
          </a:bodyPr>
          <a:lstStyle/>
          <a:p>
            <a:r>
              <a:rPr lang="pt-BR" sz="1100" dirty="0">
                <a:solidFill>
                  <a:srgbClr val="000000"/>
                </a:solidFill>
                <a:latin typeface="Neo Sans Std Medium" panose="020B0704030504040204"/>
              </a:rPr>
              <a:t>*Forma de pagamento</a:t>
            </a:r>
            <a:r>
              <a:rPr lang="pt-BR" sz="1100" dirty="0">
                <a:solidFill>
                  <a:srgbClr val="000000"/>
                </a:solidFill>
                <a:highlight>
                  <a:srgbClr val="D4FF00"/>
                </a:highlight>
                <a:latin typeface="Neo Sans Std Medium" panose="020B0704030504040204"/>
              </a:rPr>
              <a:t>: 30 dias após o aceite desta proposta.</a:t>
            </a:r>
          </a:p>
          <a:p>
            <a:br>
              <a:rPr lang="pt-BR" sz="1100" dirty="0">
                <a:solidFill>
                  <a:srgbClr val="000000"/>
                </a:solidFill>
                <a:latin typeface="Neo Sans Std Medium" panose="020B0704030504040204"/>
              </a:rPr>
            </a:br>
            <a:r>
              <a:rPr lang="pt-BR" sz="1100" dirty="0">
                <a:solidFill>
                  <a:srgbClr val="000000"/>
                </a:solidFill>
                <a:latin typeface="Neo Sans Std Medium" panose="020B0704030504040204"/>
                <a:sym typeface="Open Sans Medium"/>
              </a:rPr>
              <a:t>* O volume é autodeclarado pela empresa, conforme o previsto em legislação.</a:t>
            </a:r>
          </a:p>
          <a:p>
            <a:endParaRPr lang="pt-BR" sz="1100" dirty="0">
              <a:solidFill>
                <a:srgbClr val="000000"/>
              </a:solidFill>
              <a:latin typeface="Neo Sans Std Medium" panose="020B0704030504040204"/>
              <a:ea typeface="Open Sans" panose="020B0606030504020204" pitchFamily="34" charset="0"/>
              <a:cs typeface="Open Sans" panose="020B0606030504020204" pitchFamily="34" charset="0"/>
              <a:sym typeface="Open Sans Medium"/>
            </a:endParaRPr>
          </a:p>
          <a:p>
            <a:r>
              <a:rPr lang="pt-BR" sz="1100" dirty="0">
                <a:solidFill>
                  <a:srgbClr val="000000"/>
                </a:solidFill>
                <a:latin typeface="Neo Sans Std Medium" panose="020B0704030504040204"/>
                <a:sym typeface="Open Sans Medium"/>
              </a:rPr>
              <a:t>* </a:t>
            </a:r>
            <a:r>
              <a:rPr lang="pt-BR" sz="1100" dirty="0">
                <a:solidFill>
                  <a:srgbClr val="000000"/>
                </a:solidFill>
                <a:latin typeface="Neo Sans Std Medium" panose="020B0704030504040204"/>
              </a:rPr>
              <a:t>Não é possível regularizar passivos anteriores por meio do sistema SISREV ou relatórios de anos anteriores. A contratação de compensação de passivos retroativos tem como finalidade exclusiva subsidiar a defesa em eventual processo administrativo. Ressaltamos que essa compensação não impede eventuais notificações ou autuações pelos órgãos ambientais competentes.</a:t>
            </a:r>
          </a:p>
          <a:p>
            <a:endParaRPr lang="pt-BR" dirty="0"/>
          </a:p>
        </p:txBody>
      </p:sp>
      <p:grpSp>
        <p:nvGrpSpPr>
          <p:cNvPr id="3" name="Agrupar 2">
            <a:extLst>
              <a:ext uri="{FF2B5EF4-FFF2-40B4-BE49-F238E27FC236}">
                <a16:creationId xmlns:a16="http://schemas.microsoft.com/office/drawing/2014/main" id="{2D02A167-95EE-08C7-A14C-727E083E985F}"/>
              </a:ext>
            </a:extLst>
          </p:cNvPr>
          <p:cNvGrpSpPr/>
          <p:nvPr/>
        </p:nvGrpSpPr>
        <p:grpSpPr>
          <a:xfrm>
            <a:off x="10544375" y="6504921"/>
            <a:ext cx="1647625" cy="332326"/>
            <a:chOff x="10551386" y="6524429"/>
            <a:chExt cx="1647625" cy="332326"/>
          </a:xfrm>
        </p:grpSpPr>
        <p:sp>
          <p:nvSpPr>
            <p:cNvPr id="16" name="Forma Livre: Forma 6">
              <a:extLst>
                <a:ext uri="{FF2B5EF4-FFF2-40B4-BE49-F238E27FC236}">
                  <a16:creationId xmlns:a16="http://schemas.microsoft.com/office/drawing/2014/main" id="{CB551A71-BAFC-F7EA-3F17-1684A51CF582}"/>
                </a:ext>
              </a:extLst>
            </p:cNvPr>
            <p:cNvSpPr/>
            <p:nvPr/>
          </p:nvSpPr>
          <p:spPr>
            <a:xfrm rot="10800000">
              <a:off x="10551386" y="6524429"/>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18" name="Imagem 17" descr="Texto&#10;&#10;Descrição gerada automaticamente">
              <a:extLst>
                <a:ext uri="{FF2B5EF4-FFF2-40B4-BE49-F238E27FC236}">
                  <a16:creationId xmlns:a16="http://schemas.microsoft.com/office/drawing/2014/main" id="{534C8B24-A4DE-AC4F-B775-6E708E5A2F72}"/>
                </a:ext>
              </a:extLst>
            </p:cNvPr>
            <p:cNvPicPr>
              <a:picLocks noChangeAspect="1"/>
            </p:cNvPicPr>
            <p:nvPr/>
          </p:nvPicPr>
          <p:blipFill rotWithShape="1">
            <a:blip r:embed="rId3"/>
            <a:srcRect r="43475"/>
            <a:stretch/>
          </p:blipFill>
          <p:spPr>
            <a:xfrm>
              <a:off x="10959048" y="6597893"/>
              <a:ext cx="958036" cy="233896"/>
            </a:xfrm>
            <a:prstGeom prst="rect">
              <a:avLst/>
            </a:prstGeom>
          </p:spPr>
        </p:pic>
      </p:grpSp>
      <p:pic>
        <p:nvPicPr>
          <p:cNvPr id="4" name="Graphic 49">
            <a:extLst>
              <a:ext uri="{FF2B5EF4-FFF2-40B4-BE49-F238E27FC236}">
                <a16:creationId xmlns:a16="http://schemas.microsoft.com/office/drawing/2014/main" id="{F00A91BE-41C6-583F-56BF-C3E669F50EEF}"/>
              </a:ext>
            </a:extLst>
          </p:cNvPr>
          <p:cNvPicPr>
            <a:picLocks noChangeAspect="1"/>
          </p:cNvPicPr>
          <p:nvPr/>
        </p:nvPicPr>
        <p:blipFill rotWithShape="1">
          <a:blip>
            <a:extLst>
              <a:ext uri="{96DAC541-7B7A-43D3-8B79-37D633B846F1}">
                <asvg:svgBlip xmlns:asvg="http://schemas.microsoft.com/office/drawing/2016/SVG/main" r:embed="rId4"/>
              </a:ext>
            </a:extLst>
          </a:blip>
          <a:srcRect l="50000"/>
          <a:stretch/>
        </p:blipFill>
        <p:spPr>
          <a:xfrm>
            <a:off x="-246" y="343445"/>
            <a:ext cx="538231" cy="1076463"/>
          </a:xfrm>
          <a:prstGeom prst="rect">
            <a:avLst/>
          </a:prstGeom>
        </p:spPr>
      </p:pic>
      <p:sp>
        <p:nvSpPr>
          <p:cNvPr id="8" name="Title 1">
            <a:extLst>
              <a:ext uri="{FF2B5EF4-FFF2-40B4-BE49-F238E27FC236}">
                <a16:creationId xmlns:a16="http://schemas.microsoft.com/office/drawing/2014/main" id="{789DDC6C-5890-4744-30C8-C13E0C54B709}"/>
              </a:ext>
            </a:extLst>
          </p:cNvPr>
          <p:cNvSpPr txBox="1">
            <a:spLocks/>
          </p:cNvSpPr>
          <p:nvPr/>
        </p:nvSpPr>
        <p:spPr>
          <a:xfrm>
            <a:off x="586651" y="461562"/>
            <a:ext cx="6990329"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Proposta Comercial</a:t>
            </a:r>
          </a:p>
        </p:txBody>
      </p:sp>
      <p:graphicFrame>
        <p:nvGraphicFramePr>
          <p:cNvPr id="2" name="Objeto 1">
            <a:extLst>
              <a:ext uri="{FF2B5EF4-FFF2-40B4-BE49-F238E27FC236}">
                <a16:creationId xmlns:a16="http://schemas.microsoft.com/office/drawing/2014/main" id="{7E3EAD3B-8AF3-B95E-4D65-26095BF0DC64}"/>
              </a:ext>
            </a:extLst>
          </p:cNvPr>
          <p:cNvGraphicFramePr>
            <a:graphicFrameLocks noChangeAspect="1"/>
          </p:cNvGraphicFramePr>
          <p:nvPr/>
        </p:nvGraphicFramePr>
        <p:xfrm>
          <a:off x="586651" y="1535688"/>
          <a:ext cx="9591985" cy="2795559"/>
        </p:xfrm>
        <a:graphic>
          <a:graphicData uri="http://schemas.openxmlformats.org/officeDocument/2006/oleObject">
            <mc:AlternateContent xmlns:mc="http://schemas.openxmlformats.org/markup-compatibility/2006">
              <mc:Choice xmlns:v="urn:schemas-microsoft-com:vml" Requires="v">
                <p:oleObj name="Worksheet" r:id="rId5" imgW="10561533" imgH="3078638" progId="Excel.Sheet.12">
                  <p:embed/>
                </p:oleObj>
              </mc:Choice>
              <mc:Fallback>
                <p:oleObj name="Worksheet" r:id="rId5" imgW="10561533" imgH="3078638" progId="Excel.Sheet.12">
                  <p:embed/>
                  <p:pic>
                    <p:nvPicPr>
                      <p:cNvPr id="2" name="Objeto 1">
                        <a:extLst>
                          <a:ext uri="{FF2B5EF4-FFF2-40B4-BE49-F238E27FC236}">
                            <a16:creationId xmlns:a16="http://schemas.microsoft.com/office/drawing/2014/main" id="{7E3EAD3B-8AF3-B95E-4D65-26095BF0DC64}"/>
                          </a:ext>
                        </a:extLst>
                      </p:cNvPr>
                      <p:cNvPicPr/>
                      <p:nvPr/>
                    </p:nvPicPr>
                    <p:blipFill>
                      <a:blip r:embed="rId6"/>
                      <a:stretch>
                        <a:fillRect/>
                      </a:stretch>
                    </p:blipFill>
                    <p:spPr>
                      <a:xfrm>
                        <a:off x="586651" y="1535688"/>
                        <a:ext cx="9591985" cy="2795559"/>
                      </a:xfrm>
                      <a:prstGeom prst="rect">
                        <a:avLst/>
                      </a:prstGeom>
                    </p:spPr>
                  </p:pic>
                </p:oleObj>
              </mc:Fallback>
            </mc:AlternateContent>
          </a:graphicData>
        </a:graphic>
      </p:graphicFrame>
    </p:spTree>
    <p:extLst>
      <p:ext uri="{BB962C8B-B14F-4D97-AF65-F5344CB8AC3E}">
        <p14:creationId xmlns:p14="http://schemas.microsoft.com/office/powerpoint/2010/main" val="4275782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849B-107C-AB3F-8D7A-9EED78E183F3}"/>
            </a:ext>
          </a:extLst>
        </p:cNvPr>
        <p:cNvGrpSpPr/>
        <p:nvPr/>
      </p:nvGrpSpPr>
      <p:grpSpPr>
        <a:xfrm>
          <a:off x="0" y="0"/>
          <a:ext cx="0" cy="0"/>
          <a:chOff x="0" y="0"/>
          <a:chExt cx="0" cy="0"/>
        </a:xfrm>
      </p:grpSpPr>
      <p:sp>
        <p:nvSpPr>
          <p:cNvPr id="6" name="object 5">
            <a:extLst>
              <a:ext uri="{FF2B5EF4-FFF2-40B4-BE49-F238E27FC236}">
                <a16:creationId xmlns:a16="http://schemas.microsoft.com/office/drawing/2014/main" id="{F07B595C-EAEC-DFBA-B67C-27F25512313D}"/>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7" name="Gráfico 6">
            <a:extLst>
              <a:ext uri="{FF2B5EF4-FFF2-40B4-BE49-F238E27FC236}">
                <a16:creationId xmlns:a16="http://schemas.microsoft.com/office/drawing/2014/main" id="{DB8A27C3-6BC0-8739-45F5-D3D4B322AB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709953" y="84750"/>
            <a:ext cx="400241" cy="400241"/>
          </a:xfrm>
          <a:prstGeom prst="rect">
            <a:avLst/>
          </a:prstGeom>
        </p:spPr>
      </p:pic>
      <p:sp>
        <p:nvSpPr>
          <p:cNvPr id="13" name="Retângulo 12">
            <a:extLst>
              <a:ext uri="{FF2B5EF4-FFF2-40B4-BE49-F238E27FC236}">
                <a16:creationId xmlns:a16="http://schemas.microsoft.com/office/drawing/2014/main" id="{08150BF6-E31F-1A6F-39D3-55D14A37B1F1}"/>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 name="Agrupar 2">
            <a:extLst>
              <a:ext uri="{FF2B5EF4-FFF2-40B4-BE49-F238E27FC236}">
                <a16:creationId xmlns:a16="http://schemas.microsoft.com/office/drawing/2014/main" id="{03089B34-E86A-62BB-CC21-5D092BBCC152}"/>
              </a:ext>
            </a:extLst>
          </p:cNvPr>
          <p:cNvGrpSpPr/>
          <p:nvPr/>
        </p:nvGrpSpPr>
        <p:grpSpPr>
          <a:xfrm>
            <a:off x="10544375" y="6504921"/>
            <a:ext cx="1647625" cy="332326"/>
            <a:chOff x="10551386" y="6524429"/>
            <a:chExt cx="1647625" cy="332326"/>
          </a:xfrm>
        </p:grpSpPr>
        <p:sp>
          <p:nvSpPr>
            <p:cNvPr id="16" name="Forma Livre: Forma 6">
              <a:extLst>
                <a:ext uri="{FF2B5EF4-FFF2-40B4-BE49-F238E27FC236}">
                  <a16:creationId xmlns:a16="http://schemas.microsoft.com/office/drawing/2014/main" id="{9B0AEE89-FE9E-F619-153F-31E4342957A7}"/>
                </a:ext>
              </a:extLst>
            </p:cNvPr>
            <p:cNvSpPr/>
            <p:nvPr/>
          </p:nvSpPr>
          <p:spPr>
            <a:xfrm rot="10800000">
              <a:off x="10551386" y="6524429"/>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18" name="Imagem 17" descr="Texto&#10;&#10;Descrição gerada automaticamente">
              <a:extLst>
                <a:ext uri="{FF2B5EF4-FFF2-40B4-BE49-F238E27FC236}">
                  <a16:creationId xmlns:a16="http://schemas.microsoft.com/office/drawing/2014/main" id="{69A04414-66B2-7589-28BF-737F06266A6E}"/>
                </a:ext>
              </a:extLst>
            </p:cNvPr>
            <p:cNvPicPr>
              <a:picLocks noChangeAspect="1"/>
            </p:cNvPicPr>
            <p:nvPr/>
          </p:nvPicPr>
          <p:blipFill rotWithShape="1">
            <a:blip r:embed="rId3"/>
            <a:srcRect r="43475"/>
            <a:stretch/>
          </p:blipFill>
          <p:spPr>
            <a:xfrm>
              <a:off x="10959048" y="6597893"/>
              <a:ext cx="958036" cy="233896"/>
            </a:xfrm>
            <a:prstGeom prst="rect">
              <a:avLst/>
            </a:prstGeom>
          </p:spPr>
        </p:pic>
      </p:grpSp>
      <p:pic>
        <p:nvPicPr>
          <p:cNvPr id="4" name="Graphic 49">
            <a:extLst>
              <a:ext uri="{FF2B5EF4-FFF2-40B4-BE49-F238E27FC236}">
                <a16:creationId xmlns:a16="http://schemas.microsoft.com/office/drawing/2014/main" id="{629278A1-7B0B-BAAC-0E13-96A952DFFC5B}"/>
              </a:ext>
            </a:extLst>
          </p:cNvPr>
          <p:cNvPicPr>
            <a:picLocks noChangeAspect="1"/>
          </p:cNvPicPr>
          <p:nvPr/>
        </p:nvPicPr>
        <p:blipFill rotWithShape="1">
          <a:blip>
            <a:extLst>
              <a:ext uri="{96DAC541-7B7A-43D3-8B79-37D633B846F1}">
                <asvg:svgBlip xmlns:asvg="http://schemas.microsoft.com/office/drawing/2016/SVG/main" r:embed="rId4"/>
              </a:ext>
            </a:extLst>
          </a:blip>
          <a:srcRect l="50000"/>
          <a:stretch/>
        </p:blipFill>
        <p:spPr>
          <a:xfrm>
            <a:off x="-246" y="343445"/>
            <a:ext cx="538231" cy="1076463"/>
          </a:xfrm>
          <a:prstGeom prst="rect">
            <a:avLst/>
          </a:prstGeom>
        </p:spPr>
      </p:pic>
      <p:sp>
        <p:nvSpPr>
          <p:cNvPr id="8" name="Title 1">
            <a:extLst>
              <a:ext uri="{FF2B5EF4-FFF2-40B4-BE49-F238E27FC236}">
                <a16:creationId xmlns:a16="http://schemas.microsoft.com/office/drawing/2014/main" id="{2C866FFF-B4B1-113B-A52E-E5E4DF0DC765}"/>
              </a:ext>
            </a:extLst>
          </p:cNvPr>
          <p:cNvSpPr txBox="1">
            <a:spLocks/>
          </p:cNvSpPr>
          <p:nvPr/>
        </p:nvSpPr>
        <p:spPr>
          <a:xfrm>
            <a:off x="586651" y="461562"/>
            <a:ext cx="6990329"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Observações</a:t>
            </a:r>
          </a:p>
        </p:txBody>
      </p:sp>
      <p:sp>
        <p:nvSpPr>
          <p:cNvPr id="2" name="object 3">
            <a:extLst>
              <a:ext uri="{FF2B5EF4-FFF2-40B4-BE49-F238E27FC236}">
                <a16:creationId xmlns:a16="http://schemas.microsoft.com/office/drawing/2014/main" id="{2BABE536-6497-058E-73BA-BAF3016641F7}"/>
              </a:ext>
            </a:extLst>
          </p:cNvPr>
          <p:cNvSpPr txBox="1">
            <a:spLocks noChangeArrowheads="1"/>
          </p:cNvSpPr>
          <p:nvPr/>
        </p:nvSpPr>
        <p:spPr>
          <a:xfrm>
            <a:off x="1109091" y="2011651"/>
            <a:ext cx="3979774" cy="3512161"/>
          </a:xfrm>
          <a:prstGeom prst="rect">
            <a:avLst/>
          </a:prstGeom>
        </p:spPr>
        <p:txBody>
          <a:bodyPr vert="horz" wrap="square" lIns="0" tIns="7538" rIns="0" bIns="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1200" b="1" dirty="0">
                <a:solidFill>
                  <a:schemeClr val="tx1">
                    <a:lumMod val="75000"/>
                    <a:lumOff val="25000"/>
                  </a:schemeClr>
                </a:solidFill>
                <a:latin typeface="Neo Sans medium"/>
                <a:ea typeface="Roboto Condensed"/>
                <a:cs typeface="Segoe UI"/>
              </a:rPr>
              <a:t>a)</a:t>
            </a:r>
            <a:r>
              <a:rPr lang="pt-BR" sz="1200" dirty="0">
                <a:solidFill>
                  <a:schemeClr val="tx1">
                    <a:lumMod val="75000"/>
                    <a:lumOff val="25000"/>
                  </a:schemeClr>
                </a:solidFill>
                <a:latin typeface="Neo Sans medium"/>
                <a:ea typeface="Roboto Condensed"/>
                <a:cs typeface="Segoe UI"/>
              </a:rPr>
              <a:t> Esta proposta é válida por 30 (trinta) dias.</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b)</a:t>
            </a:r>
            <a:r>
              <a:rPr lang="pt-BR" sz="1200" dirty="0">
                <a:solidFill>
                  <a:schemeClr val="tx1">
                    <a:lumMod val="75000"/>
                    <a:lumOff val="25000"/>
                  </a:schemeClr>
                </a:solidFill>
                <a:latin typeface="Neo Sans medium"/>
                <a:ea typeface="Roboto Condensed"/>
                <a:cs typeface="Segoe UI"/>
              </a:rPr>
              <a:t> O pagamento será efetuado mediante a emissão de nota de débito, considerando que se trata da comercialização de créditos de logística reversa, classificados contabilmente como ativo intangível.</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c) </a:t>
            </a:r>
            <a:r>
              <a:rPr lang="pt-BR" sz="1200" dirty="0">
                <a:solidFill>
                  <a:schemeClr val="tx1">
                    <a:lumMod val="75000"/>
                    <a:lumOff val="25000"/>
                  </a:schemeClr>
                </a:solidFill>
                <a:latin typeface="Neo Sans medium"/>
                <a:ea typeface="Roboto Condensed"/>
                <a:cs typeface="Segoe UI"/>
              </a:rPr>
              <a:t>Em caso de desistência e/ou arrependimento antes da assinatura do contrato de compra e venda de crédito de reciclagem (ativo intangível), a pessoa jurídica que dela desistir terá que pagar em favor da outra Parte o equivalente a 20% (vinte por cento) do valor total da Proposta aceita.</a:t>
            </a:r>
          </a:p>
          <a:p>
            <a:pPr marL="0" indent="0" algn="just">
              <a:buNone/>
            </a:pPr>
            <a:r>
              <a:rPr lang="pt-BR" sz="1200" b="1" dirty="0">
                <a:solidFill>
                  <a:schemeClr val="tx1">
                    <a:lumMod val="75000"/>
                    <a:lumOff val="25000"/>
                  </a:schemeClr>
                </a:solidFill>
                <a:latin typeface="Neo Sans medium"/>
                <a:ea typeface="Roboto Condensed"/>
                <a:cs typeface="Segoe UI"/>
              </a:rPr>
              <a:t>d) </a:t>
            </a:r>
            <a:r>
              <a:rPr lang="pt-BR" sz="1200" dirty="0">
                <a:solidFill>
                  <a:schemeClr val="tx1">
                    <a:lumMod val="75000"/>
                    <a:lumOff val="25000"/>
                  </a:schemeClr>
                </a:solidFill>
                <a:latin typeface="Neo Sans medium"/>
                <a:ea typeface="Roboto Condensed"/>
                <a:cs typeface="Segoe UI"/>
              </a:rPr>
              <a:t>Em caso de rescisão antecipada por iniciativa do Cliente, sem que haja justo motivo, este último ficará obrigado ao pagamento de todos os créditos já entregues pela Ambipar, bem como uma multa de 35% </a:t>
            </a:r>
            <a:r>
              <a:rPr lang="pt-BR" sz="1200">
                <a:solidFill>
                  <a:schemeClr val="tx1">
                    <a:lumMod val="75000"/>
                    <a:lumOff val="25000"/>
                  </a:schemeClr>
                </a:solidFill>
                <a:latin typeface="Neo Sans medium"/>
                <a:ea typeface="Roboto Condensed"/>
                <a:cs typeface="Segoe UI"/>
              </a:rPr>
              <a:t>(trinta </a:t>
            </a:r>
            <a:r>
              <a:rPr lang="pt-BR" sz="1200" dirty="0">
                <a:solidFill>
                  <a:schemeClr val="tx1">
                    <a:lumMod val="75000"/>
                    <a:lumOff val="25000"/>
                  </a:schemeClr>
                </a:solidFill>
                <a:latin typeface="Neo Sans medium"/>
                <a:ea typeface="Roboto Condensed"/>
                <a:cs typeface="Segoe UI"/>
              </a:rPr>
              <a:t>e cinco por cento) sobre o total de crédito remanescente.</a:t>
            </a:r>
          </a:p>
          <a:p>
            <a:pPr marL="0" indent="0" algn="just">
              <a:buNone/>
            </a:pPr>
            <a:r>
              <a:rPr lang="pt-BR" sz="1200" b="1" dirty="0">
                <a:solidFill>
                  <a:schemeClr val="tx1">
                    <a:lumMod val="75000"/>
                    <a:lumOff val="25000"/>
                  </a:schemeClr>
                </a:solidFill>
                <a:latin typeface="Neo Sans medium"/>
                <a:ea typeface="Roboto Condensed"/>
                <a:cs typeface="Segoe UI"/>
              </a:rPr>
              <a:t>e)</a:t>
            </a:r>
            <a:r>
              <a:rPr lang="pt-BR" sz="1200" dirty="0">
                <a:solidFill>
                  <a:schemeClr val="tx1">
                    <a:lumMod val="75000"/>
                    <a:lumOff val="25000"/>
                  </a:schemeClr>
                </a:solidFill>
                <a:latin typeface="Neo Sans medium"/>
                <a:ea typeface="Roboto Condensed"/>
                <a:cs typeface="Segoe UI"/>
              </a:rPr>
              <a:t> Os certificados de logística reversa referentes à massa e ao passivo contratados serão encaminhados em até 7 (sete) dias úteis após a assinatura do contrato.</a:t>
            </a:r>
            <a:endParaRPr lang="pt-BR" sz="1200" dirty="0">
              <a:solidFill>
                <a:schemeClr val="tx1">
                  <a:lumMod val="75000"/>
                  <a:lumOff val="25000"/>
                </a:schemeClr>
              </a:solidFill>
              <a:latin typeface="Neo Sans medium"/>
            </a:endParaRPr>
          </a:p>
        </p:txBody>
      </p:sp>
      <p:sp>
        <p:nvSpPr>
          <p:cNvPr id="15" name="object 5">
            <a:extLst>
              <a:ext uri="{FF2B5EF4-FFF2-40B4-BE49-F238E27FC236}">
                <a16:creationId xmlns:a16="http://schemas.microsoft.com/office/drawing/2014/main" id="{82C8C7DE-B350-88B8-3C63-83ABEE354741}"/>
              </a:ext>
            </a:extLst>
          </p:cNvPr>
          <p:cNvSpPr>
            <a:spLocks/>
          </p:cNvSpPr>
          <p:nvPr/>
        </p:nvSpPr>
        <p:spPr bwMode="auto">
          <a:xfrm>
            <a:off x="5805414" y="1743373"/>
            <a:ext cx="0" cy="4535077"/>
          </a:xfrm>
          <a:custGeom>
            <a:avLst/>
            <a:gdLst>
              <a:gd name="T0" fmla="*/ 0 h 6877050"/>
              <a:gd name="T1" fmla="*/ 6049148 h 6877050"/>
              <a:gd name="T2" fmla="*/ 0 60000 65536"/>
              <a:gd name="T3" fmla="*/ 0 60000 65536"/>
              <a:gd name="T4" fmla="*/ 0 h 6877050"/>
              <a:gd name="T5" fmla="*/ 6877050 h 6877050"/>
            </a:gdLst>
            <a:ahLst/>
            <a:cxnLst>
              <a:cxn ang="T2">
                <a:pos x="0" y="T0"/>
              </a:cxn>
              <a:cxn ang="T3">
                <a:pos x="0" y="T1"/>
              </a:cxn>
            </a:cxnLst>
            <a:rect l="0" t="T4" r="0" b="T5"/>
            <a:pathLst>
              <a:path h="6877050">
                <a:moveTo>
                  <a:pt x="0" y="0"/>
                </a:moveTo>
                <a:lnTo>
                  <a:pt x="0" y="6876656"/>
                </a:lnTo>
              </a:path>
            </a:pathLst>
          </a:custGeom>
          <a:noFill/>
          <a:ln w="25400">
            <a:solidFill>
              <a:srgbClr val="CDFF00"/>
            </a:solidFill>
            <a:round/>
            <a:headEnd/>
            <a:tailEnd/>
          </a:ln>
        </p:spPr>
        <p:txBody>
          <a:bodyPr lIns="0" tIns="0" rIns="0" bIns="0"/>
          <a:lstStyle/>
          <a:p>
            <a:pPr defTabSz="643003" eaLnBrk="0" fontAlgn="base" hangingPunct="0">
              <a:spcBef>
                <a:spcPct val="0"/>
              </a:spcBef>
              <a:spcAft>
                <a:spcPct val="0"/>
              </a:spcAft>
              <a:defRPr/>
            </a:pPr>
            <a:endParaRPr lang="pt-BR" sz="1266">
              <a:solidFill>
                <a:prstClr val="black">
                  <a:lumMod val="75000"/>
                  <a:lumOff val="25000"/>
                </a:prstClr>
              </a:solidFill>
              <a:latin typeface="Calibri" pitchFamily="34" charset="0"/>
            </a:endParaRPr>
          </a:p>
        </p:txBody>
      </p:sp>
      <p:sp>
        <p:nvSpPr>
          <p:cNvPr id="5" name="object 3">
            <a:extLst>
              <a:ext uri="{FF2B5EF4-FFF2-40B4-BE49-F238E27FC236}">
                <a16:creationId xmlns:a16="http://schemas.microsoft.com/office/drawing/2014/main" id="{CD6883FE-953E-0231-FE43-DA453C4B9444}"/>
              </a:ext>
            </a:extLst>
          </p:cNvPr>
          <p:cNvSpPr txBox="1">
            <a:spLocks noChangeArrowheads="1"/>
          </p:cNvSpPr>
          <p:nvPr/>
        </p:nvSpPr>
        <p:spPr>
          <a:xfrm>
            <a:off x="6386587" y="2011651"/>
            <a:ext cx="3979774" cy="4048718"/>
          </a:xfrm>
          <a:prstGeom prst="rect">
            <a:avLst/>
          </a:prstGeom>
        </p:spPr>
        <p:txBody>
          <a:bodyPr vert="horz" wrap="square" lIns="0" tIns="7538" rIns="0" bIns="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1200" b="1" dirty="0">
                <a:solidFill>
                  <a:schemeClr val="tx1">
                    <a:lumMod val="75000"/>
                    <a:lumOff val="25000"/>
                  </a:schemeClr>
                </a:solidFill>
                <a:latin typeface="Neo Sans medium"/>
                <a:ea typeface="Roboto Condensed"/>
                <a:cs typeface="Segoe UI"/>
              </a:rPr>
              <a:t>f)</a:t>
            </a:r>
            <a:r>
              <a:rPr lang="pt-BR" sz="1200" dirty="0">
                <a:solidFill>
                  <a:schemeClr val="tx1">
                    <a:lumMod val="75000"/>
                    <a:lumOff val="25000"/>
                  </a:schemeClr>
                </a:solidFill>
                <a:latin typeface="Neo Sans medium"/>
                <a:ea typeface="Roboto Condensed"/>
                <a:cs typeface="Segoe UI"/>
              </a:rPr>
              <a:t> Forneceremos ao cliente, trimestralmente, informações detalhadas sobre a operação, incluindo o avanço na recuperação de embalagens, comprovantes de reportes enviados aos órgãos estaduais e federais, além de atualizações relevantes do setor.</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g) </a:t>
            </a:r>
            <a:r>
              <a:rPr lang="pt-BR" sz="1200" dirty="0">
                <a:solidFill>
                  <a:schemeClr val="tx1">
                    <a:lumMod val="75000"/>
                    <a:lumOff val="25000"/>
                  </a:schemeClr>
                </a:solidFill>
                <a:latin typeface="Neo Sans medium"/>
                <a:ea typeface="Roboto Condensed"/>
                <a:cs typeface="Segoe UI"/>
              </a:rPr>
              <a:t>Caso haja solicitação de alteração nos volumes contratados, por pedido do cliente ou em decorrência de nova legislação, será apresentado nova proposta comercial, a fim de refletir o equilíbrio econômico-financeiro da nova demanda.</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h)</a:t>
            </a:r>
            <a:r>
              <a:rPr lang="pt-BR" sz="1200" dirty="0">
                <a:solidFill>
                  <a:schemeClr val="tx1">
                    <a:lumMod val="75000"/>
                    <a:lumOff val="25000"/>
                  </a:schemeClr>
                </a:solidFill>
                <a:latin typeface="Neo Sans medium"/>
                <a:ea typeface="Roboto Condensed"/>
                <a:cs typeface="Segoe UI"/>
              </a:rPr>
              <a:t> Forneceremos toda a documentação necessária que comprove a correta compensação dos resíduos junto aos órgãos públicos, de acordo com a legislação vigente, incluindo relatórios e comprovantes oficiais. Garantiremos o cumprimento integral das normas e exigências estabelecidas pelos órgãos estaduais e federais responsáveis pela fiscalização ambiental, assegurando total transparência e conformidade legal durante todo o processo.</a:t>
            </a:r>
          </a:p>
          <a:p>
            <a:pPr marL="0" indent="0" algn="just">
              <a:buNone/>
            </a:pPr>
            <a:r>
              <a:rPr lang="pt-BR" sz="1200" b="1" dirty="0">
                <a:solidFill>
                  <a:schemeClr val="tx1">
                    <a:lumMod val="75000"/>
                    <a:lumOff val="25000"/>
                  </a:schemeClr>
                </a:solidFill>
                <a:latin typeface="Neo Sans medium"/>
                <a:ea typeface="Roboto Condensed"/>
                <a:cs typeface="Segoe UI"/>
              </a:rPr>
              <a:t>i) </a:t>
            </a:r>
            <a:r>
              <a:rPr lang="pt-BR" sz="1200" dirty="0">
                <a:solidFill>
                  <a:schemeClr val="tx1">
                    <a:lumMod val="75000"/>
                    <a:lumOff val="25000"/>
                  </a:schemeClr>
                </a:solidFill>
                <a:latin typeface="Neo Sans medium"/>
                <a:ea typeface="Roboto Condensed"/>
                <a:cs typeface="Segoe UI"/>
              </a:rPr>
              <a:t>Caso a empresa opte por não seguir com a Ambipar como entidade gestora, poderá contratar consultoria técnica avulsa em Logística Reversa, pelo valor de R$ 2.000,00 (dois mil reais) por hora, mediante formalização prévia entre as partes e conforme escopo e condições comerciais acordados.</a:t>
            </a:r>
          </a:p>
        </p:txBody>
      </p:sp>
    </p:spTree>
    <p:extLst>
      <p:ext uri="{BB962C8B-B14F-4D97-AF65-F5344CB8AC3E}">
        <p14:creationId xmlns:p14="http://schemas.microsoft.com/office/powerpoint/2010/main" val="281394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0">
          <a:extLst>
            <a:ext uri="{FF2B5EF4-FFF2-40B4-BE49-F238E27FC236}">
              <a16:creationId xmlns:a16="http://schemas.microsoft.com/office/drawing/2014/main" id="{F25B9CB9-C390-AE6B-8AB8-F1E5EC966FE7}"/>
            </a:ext>
          </a:extLst>
        </p:cNvPr>
        <p:cNvGrpSpPr/>
        <p:nvPr/>
      </p:nvGrpSpPr>
      <p:grpSpPr>
        <a:xfrm>
          <a:off x="0" y="0"/>
          <a:ext cx="0" cy="0"/>
          <a:chOff x="0" y="0"/>
          <a:chExt cx="0" cy="0"/>
        </a:xfrm>
      </p:grpSpPr>
      <p:cxnSp>
        <p:nvCxnSpPr>
          <p:cNvPr id="524" name="Conector reto 523">
            <a:extLst>
              <a:ext uri="{FF2B5EF4-FFF2-40B4-BE49-F238E27FC236}">
                <a16:creationId xmlns:a16="http://schemas.microsoft.com/office/drawing/2014/main" id="{455A62EC-D8D9-7ED4-A7D9-58D497E9C96F}"/>
              </a:ext>
            </a:extLst>
          </p:cNvPr>
          <p:cNvCxnSpPr/>
          <p:nvPr/>
        </p:nvCxnSpPr>
        <p:spPr>
          <a:xfrm flipV="1">
            <a:off x="334710" y="1363078"/>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5" name="Conector reto 524">
            <a:extLst>
              <a:ext uri="{FF2B5EF4-FFF2-40B4-BE49-F238E27FC236}">
                <a16:creationId xmlns:a16="http://schemas.microsoft.com/office/drawing/2014/main" id="{6B1901D7-1D1F-2FA0-42A4-46D23585311F}"/>
              </a:ext>
            </a:extLst>
          </p:cNvPr>
          <p:cNvCxnSpPr/>
          <p:nvPr/>
        </p:nvCxnSpPr>
        <p:spPr>
          <a:xfrm flipV="1">
            <a:off x="-5060128" y="3670034"/>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6" name="Conector reto 525">
            <a:extLst>
              <a:ext uri="{FF2B5EF4-FFF2-40B4-BE49-F238E27FC236}">
                <a16:creationId xmlns:a16="http://schemas.microsoft.com/office/drawing/2014/main" id="{442CF45E-28A3-FBD2-E17E-61C1FB409D8F}"/>
              </a:ext>
            </a:extLst>
          </p:cNvPr>
          <p:cNvCxnSpPr/>
          <p:nvPr/>
        </p:nvCxnSpPr>
        <p:spPr>
          <a:xfrm flipV="1">
            <a:off x="837998" y="3006594"/>
            <a:ext cx="10998813"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7" name="Conector reto 526">
            <a:extLst>
              <a:ext uri="{FF2B5EF4-FFF2-40B4-BE49-F238E27FC236}">
                <a16:creationId xmlns:a16="http://schemas.microsoft.com/office/drawing/2014/main" id="{440C44BA-2A81-DF54-7E33-484E541B2885}"/>
              </a:ext>
            </a:extLst>
          </p:cNvPr>
          <p:cNvCxnSpPr>
            <a:cxnSpLocks/>
          </p:cNvCxnSpPr>
          <p:nvPr/>
        </p:nvCxnSpPr>
        <p:spPr>
          <a:xfrm flipV="1">
            <a:off x="288057" y="3828352"/>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8" name="Conector reto 527">
            <a:extLst>
              <a:ext uri="{FF2B5EF4-FFF2-40B4-BE49-F238E27FC236}">
                <a16:creationId xmlns:a16="http://schemas.microsoft.com/office/drawing/2014/main" id="{485275BD-6DD6-5BBF-0F61-D270B568811A}"/>
              </a:ext>
            </a:extLst>
          </p:cNvPr>
          <p:cNvCxnSpPr/>
          <p:nvPr/>
        </p:nvCxnSpPr>
        <p:spPr>
          <a:xfrm flipV="1">
            <a:off x="288057" y="4650110"/>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9" name="Conector reto 528">
            <a:extLst>
              <a:ext uri="{FF2B5EF4-FFF2-40B4-BE49-F238E27FC236}">
                <a16:creationId xmlns:a16="http://schemas.microsoft.com/office/drawing/2014/main" id="{8876AF96-69EA-ED53-5CE9-E3476E932F51}"/>
              </a:ext>
            </a:extLst>
          </p:cNvPr>
          <p:cNvCxnSpPr/>
          <p:nvPr/>
        </p:nvCxnSpPr>
        <p:spPr>
          <a:xfrm flipV="1">
            <a:off x="288057" y="5471869"/>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5" name="Conector reto 534">
            <a:extLst>
              <a:ext uri="{FF2B5EF4-FFF2-40B4-BE49-F238E27FC236}">
                <a16:creationId xmlns:a16="http://schemas.microsoft.com/office/drawing/2014/main" id="{EBD0663F-4A4F-A905-0585-3FAB8EF2579F}"/>
              </a:ext>
            </a:extLst>
          </p:cNvPr>
          <p:cNvCxnSpPr>
            <a:cxnSpLocks/>
          </p:cNvCxnSpPr>
          <p:nvPr/>
        </p:nvCxnSpPr>
        <p:spPr>
          <a:xfrm>
            <a:off x="4190113" y="1441914"/>
            <a:ext cx="31319" cy="532278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6" name="Conector reto 535">
            <a:extLst>
              <a:ext uri="{FF2B5EF4-FFF2-40B4-BE49-F238E27FC236}">
                <a16:creationId xmlns:a16="http://schemas.microsoft.com/office/drawing/2014/main" id="{CF5B6934-D89F-8CEC-7277-0101AD214ECD}"/>
              </a:ext>
            </a:extLst>
          </p:cNvPr>
          <p:cNvCxnSpPr>
            <a:cxnSpLocks/>
          </p:cNvCxnSpPr>
          <p:nvPr/>
        </p:nvCxnSpPr>
        <p:spPr>
          <a:xfrm>
            <a:off x="5396872" y="1373878"/>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8" name="Conector reto 537">
            <a:extLst>
              <a:ext uri="{FF2B5EF4-FFF2-40B4-BE49-F238E27FC236}">
                <a16:creationId xmlns:a16="http://schemas.microsoft.com/office/drawing/2014/main" id="{60787026-A075-39D2-8B66-CC6B95A808B8}"/>
              </a:ext>
            </a:extLst>
          </p:cNvPr>
          <p:cNvCxnSpPr>
            <a:cxnSpLocks/>
          </p:cNvCxnSpPr>
          <p:nvPr/>
        </p:nvCxnSpPr>
        <p:spPr>
          <a:xfrm>
            <a:off x="7810390" y="1356168"/>
            <a:ext cx="0" cy="550183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9" name="Conector reto 538">
            <a:extLst>
              <a:ext uri="{FF2B5EF4-FFF2-40B4-BE49-F238E27FC236}">
                <a16:creationId xmlns:a16="http://schemas.microsoft.com/office/drawing/2014/main" id="{FF332555-D49E-AC45-25DC-18B241C34DB3}"/>
              </a:ext>
            </a:extLst>
          </p:cNvPr>
          <p:cNvCxnSpPr>
            <a:cxnSpLocks/>
          </p:cNvCxnSpPr>
          <p:nvPr/>
        </p:nvCxnSpPr>
        <p:spPr>
          <a:xfrm flipH="1">
            <a:off x="9009796" y="1373878"/>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40" name="Conector reto 539">
            <a:extLst>
              <a:ext uri="{FF2B5EF4-FFF2-40B4-BE49-F238E27FC236}">
                <a16:creationId xmlns:a16="http://schemas.microsoft.com/office/drawing/2014/main" id="{49BCB9A9-5435-41F5-3F3E-A2C86D80AAA9}"/>
              </a:ext>
            </a:extLst>
          </p:cNvPr>
          <p:cNvCxnSpPr>
            <a:cxnSpLocks/>
          </p:cNvCxnSpPr>
          <p:nvPr/>
        </p:nvCxnSpPr>
        <p:spPr>
          <a:xfrm>
            <a:off x="9288534" y="1281523"/>
            <a:ext cx="0" cy="5576477"/>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7" name="Conector reto 536">
            <a:extLst>
              <a:ext uri="{FF2B5EF4-FFF2-40B4-BE49-F238E27FC236}">
                <a16:creationId xmlns:a16="http://schemas.microsoft.com/office/drawing/2014/main" id="{54E0D48A-DFF3-54B5-59F8-3A722F08554A}"/>
              </a:ext>
            </a:extLst>
          </p:cNvPr>
          <p:cNvCxnSpPr>
            <a:cxnSpLocks/>
          </p:cNvCxnSpPr>
          <p:nvPr/>
        </p:nvCxnSpPr>
        <p:spPr>
          <a:xfrm>
            <a:off x="7106111" y="-968366"/>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11" name="object 5">
            <a:extLst>
              <a:ext uri="{FF2B5EF4-FFF2-40B4-BE49-F238E27FC236}">
                <a16:creationId xmlns:a16="http://schemas.microsoft.com/office/drawing/2014/main" id="{1E7A36C2-5A83-208A-AA2B-5020BA2C6985}"/>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B5297209-22CC-7220-BC58-DBFC2F7991E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15497" y="83076"/>
            <a:ext cx="400431" cy="400431"/>
          </a:xfrm>
          <a:prstGeom prst="rect">
            <a:avLst/>
          </a:prstGeom>
        </p:spPr>
      </p:pic>
      <p:sp>
        <p:nvSpPr>
          <p:cNvPr id="27" name="Retângulo 26">
            <a:extLst>
              <a:ext uri="{FF2B5EF4-FFF2-40B4-BE49-F238E27FC236}">
                <a16:creationId xmlns:a16="http://schemas.microsoft.com/office/drawing/2014/main" id="{17296E70-0BB1-5B7A-0C3E-07BACB0B6A2F}"/>
              </a:ext>
            </a:extLst>
          </p:cNvPr>
          <p:cNvSpPr/>
          <p:nvPr/>
        </p:nvSpPr>
        <p:spPr>
          <a:xfrm>
            <a:off x="2828" y="6812224"/>
            <a:ext cx="12192143" cy="45720"/>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89">
              <a:latin typeface="Neo Sans Std" panose="020B0304030504040204" pitchFamily="34" charset="0"/>
            </a:endParaRPr>
          </a:p>
        </p:txBody>
      </p:sp>
      <p:sp>
        <p:nvSpPr>
          <p:cNvPr id="4" name="Retângulo: Cantos Arredondados 3">
            <a:extLst>
              <a:ext uri="{FF2B5EF4-FFF2-40B4-BE49-F238E27FC236}">
                <a16:creationId xmlns:a16="http://schemas.microsoft.com/office/drawing/2014/main" id="{A4D00EB9-4726-9876-3BD3-533DFD24FE2B}"/>
              </a:ext>
            </a:extLst>
          </p:cNvPr>
          <p:cNvSpPr/>
          <p:nvPr/>
        </p:nvSpPr>
        <p:spPr>
          <a:xfrm>
            <a:off x="1226881"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3" name="Agrupar 12">
            <a:extLst>
              <a:ext uri="{FF2B5EF4-FFF2-40B4-BE49-F238E27FC236}">
                <a16:creationId xmlns:a16="http://schemas.microsoft.com/office/drawing/2014/main" id="{5D783024-A7E8-3CEB-3EDE-18CC2EDAA24F}"/>
              </a:ext>
            </a:extLst>
          </p:cNvPr>
          <p:cNvGrpSpPr/>
          <p:nvPr/>
        </p:nvGrpSpPr>
        <p:grpSpPr>
          <a:xfrm>
            <a:off x="3742603" y="1363022"/>
            <a:ext cx="1051663" cy="723575"/>
            <a:chOff x="2920377" y="1402781"/>
            <a:chExt cx="1051663" cy="723575"/>
          </a:xfrm>
        </p:grpSpPr>
        <p:sp>
          <p:nvSpPr>
            <p:cNvPr id="12" name="Retângulo: Cantos Arredondados 11">
              <a:extLst>
                <a:ext uri="{FF2B5EF4-FFF2-40B4-BE49-F238E27FC236}">
                  <a16:creationId xmlns:a16="http://schemas.microsoft.com/office/drawing/2014/main" id="{87B9461E-4D5E-048D-3F15-22EFB6F63F9A}"/>
                </a:ext>
              </a:extLst>
            </p:cNvPr>
            <p:cNvSpPr/>
            <p:nvPr/>
          </p:nvSpPr>
          <p:spPr>
            <a:xfrm>
              <a:off x="2920377" y="140278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2" name="Picture 8" descr="Produtos | Sustagen®">
              <a:extLst>
                <a:ext uri="{FF2B5EF4-FFF2-40B4-BE49-F238E27FC236}">
                  <a16:creationId xmlns:a16="http://schemas.microsoft.com/office/drawing/2014/main" id="{C0EBAF03-076A-5B01-B2FD-7A63CCA80A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5287" b="36362"/>
            <a:stretch/>
          </p:blipFill>
          <p:spPr bwMode="auto">
            <a:xfrm>
              <a:off x="2981734" y="1633469"/>
              <a:ext cx="928948" cy="2621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Agrupar 14">
            <a:extLst>
              <a:ext uri="{FF2B5EF4-FFF2-40B4-BE49-F238E27FC236}">
                <a16:creationId xmlns:a16="http://schemas.microsoft.com/office/drawing/2014/main" id="{B49BA5B4-0B11-3D9D-4CC5-F5168817D85D}"/>
              </a:ext>
            </a:extLst>
          </p:cNvPr>
          <p:cNvGrpSpPr/>
          <p:nvPr/>
        </p:nvGrpSpPr>
        <p:grpSpPr>
          <a:xfrm>
            <a:off x="5000464" y="1363022"/>
            <a:ext cx="1051663" cy="723575"/>
            <a:chOff x="4146535" y="1393619"/>
            <a:chExt cx="1051663" cy="723575"/>
          </a:xfrm>
        </p:grpSpPr>
        <p:sp>
          <p:nvSpPr>
            <p:cNvPr id="14" name="Retângulo: Cantos Arredondados 13">
              <a:extLst>
                <a:ext uri="{FF2B5EF4-FFF2-40B4-BE49-F238E27FC236}">
                  <a16:creationId xmlns:a16="http://schemas.microsoft.com/office/drawing/2014/main" id="{6BBDC710-3A5F-4283-F80D-2B6E21340026}"/>
                </a:ext>
              </a:extLst>
            </p:cNvPr>
            <p:cNvSpPr/>
            <p:nvPr/>
          </p:nvSpPr>
          <p:spPr>
            <a:xfrm>
              <a:off x="4146535" y="139361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8" name="Picture 2" descr="Nivea Logo – PNG e Vetor – Download de Logo">
              <a:extLst>
                <a:ext uri="{FF2B5EF4-FFF2-40B4-BE49-F238E27FC236}">
                  <a16:creationId xmlns:a16="http://schemas.microsoft.com/office/drawing/2014/main" id="{83CE2431-7557-CEA7-4726-E38D626BDFA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94994" y="1474589"/>
              <a:ext cx="554744" cy="5616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Agrupar 17">
            <a:extLst>
              <a:ext uri="{FF2B5EF4-FFF2-40B4-BE49-F238E27FC236}">
                <a16:creationId xmlns:a16="http://schemas.microsoft.com/office/drawing/2014/main" id="{E363B9C4-7882-FF27-EA18-54A8A507EB0B}"/>
              </a:ext>
            </a:extLst>
          </p:cNvPr>
          <p:cNvGrpSpPr/>
          <p:nvPr/>
        </p:nvGrpSpPr>
        <p:grpSpPr>
          <a:xfrm>
            <a:off x="2484742" y="1363022"/>
            <a:ext cx="1051663" cy="723575"/>
            <a:chOff x="1653635" y="1422354"/>
            <a:chExt cx="1051663" cy="723575"/>
          </a:xfrm>
        </p:grpSpPr>
        <p:sp>
          <p:nvSpPr>
            <p:cNvPr id="6" name="Retângulo: Cantos Arredondados 5">
              <a:extLst>
                <a:ext uri="{FF2B5EF4-FFF2-40B4-BE49-F238E27FC236}">
                  <a16:creationId xmlns:a16="http://schemas.microsoft.com/office/drawing/2014/main" id="{8A056B78-CC60-425A-AE8B-B10E68488617}"/>
                </a:ext>
              </a:extLst>
            </p:cNvPr>
            <p:cNvSpPr/>
            <p:nvPr/>
          </p:nvSpPr>
          <p:spPr>
            <a:xfrm>
              <a:off x="1653635" y="1422354"/>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4" name="Gráfico 23">
              <a:extLst>
                <a:ext uri="{FF2B5EF4-FFF2-40B4-BE49-F238E27FC236}">
                  <a16:creationId xmlns:a16="http://schemas.microsoft.com/office/drawing/2014/main" id="{851CF274-4619-D8B6-B73D-19998F2BEB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19740" y="1674270"/>
              <a:ext cx="919453" cy="219743"/>
            </a:xfrm>
            <a:prstGeom prst="rect">
              <a:avLst/>
            </a:prstGeom>
          </p:spPr>
        </p:pic>
      </p:grpSp>
      <p:sp>
        <p:nvSpPr>
          <p:cNvPr id="16" name="Retângulo: Cantos Arredondados 15">
            <a:extLst>
              <a:ext uri="{FF2B5EF4-FFF2-40B4-BE49-F238E27FC236}">
                <a16:creationId xmlns:a16="http://schemas.microsoft.com/office/drawing/2014/main" id="{CFC1D59A-FE08-BB0B-8836-A81CD01430C1}"/>
              </a:ext>
            </a:extLst>
          </p:cNvPr>
          <p:cNvSpPr/>
          <p:nvPr/>
        </p:nvSpPr>
        <p:spPr>
          <a:xfrm>
            <a:off x="6258325"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Cantos Arredondados 20">
            <a:extLst>
              <a:ext uri="{FF2B5EF4-FFF2-40B4-BE49-F238E27FC236}">
                <a16:creationId xmlns:a16="http://schemas.microsoft.com/office/drawing/2014/main" id="{A91DB04E-C518-65E9-330E-4D04FE979EC2}"/>
              </a:ext>
            </a:extLst>
          </p:cNvPr>
          <p:cNvSpPr/>
          <p:nvPr/>
        </p:nvSpPr>
        <p:spPr>
          <a:xfrm>
            <a:off x="7516186"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Cantos Arredondados 31">
            <a:extLst>
              <a:ext uri="{FF2B5EF4-FFF2-40B4-BE49-F238E27FC236}">
                <a16:creationId xmlns:a16="http://schemas.microsoft.com/office/drawing/2014/main" id="{F21172E6-D28D-81BD-1AB1-814093B74FC6}"/>
              </a:ext>
            </a:extLst>
          </p:cNvPr>
          <p:cNvSpPr/>
          <p:nvPr/>
        </p:nvSpPr>
        <p:spPr>
          <a:xfrm>
            <a:off x="10031910"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Cantos Arredondados 22">
            <a:extLst>
              <a:ext uri="{FF2B5EF4-FFF2-40B4-BE49-F238E27FC236}">
                <a16:creationId xmlns:a16="http://schemas.microsoft.com/office/drawing/2014/main" id="{B39BBA5B-EA63-90F3-D771-234C8E1E42DC}"/>
              </a:ext>
            </a:extLst>
          </p:cNvPr>
          <p:cNvSpPr/>
          <p:nvPr/>
        </p:nvSpPr>
        <p:spPr>
          <a:xfrm>
            <a:off x="8774047"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Cantos Arredondados 33">
            <a:extLst>
              <a:ext uri="{FF2B5EF4-FFF2-40B4-BE49-F238E27FC236}">
                <a16:creationId xmlns:a16="http://schemas.microsoft.com/office/drawing/2014/main" id="{7E932292-8E43-A731-FCC6-0EB4AB33EB4C}"/>
              </a:ext>
            </a:extLst>
          </p:cNvPr>
          <p:cNvSpPr/>
          <p:nvPr/>
        </p:nvSpPr>
        <p:spPr>
          <a:xfrm>
            <a:off x="1226881"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Cantos Arredondados 37">
            <a:extLst>
              <a:ext uri="{FF2B5EF4-FFF2-40B4-BE49-F238E27FC236}">
                <a16:creationId xmlns:a16="http://schemas.microsoft.com/office/drawing/2014/main" id="{88E7DB8C-FCCD-CF4D-FC2B-C238256EB7FB}"/>
              </a:ext>
            </a:extLst>
          </p:cNvPr>
          <p:cNvSpPr/>
          <p:nvPr/>
        </p:nvSpPr>
        <p:spPr>
          <a:xfrm>
            <a:off x="3742603"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1" name="Agrupar 40">
            <a:extLst>
              <a:ext uri="{FF2B5EF4-FFF2-40B4-BE49-F238E27FC236}">
                <a16:creationId xmlns:a16="http://schemas.microsoft.com/office/drawing/2014/main" id="{2579241E-3A3A-02C5-267B-7B34BCC279D3}"/>
              </a:ext>
            </a:extLst>
          </p:cNvPr>
          <p:cNvGrpSpPr/>
          <p:nvPr/>
        </p:nvGrpSpPr>
        <p:grpSpPr>
          <a:xfrm>
            <a:off x="5000464" y="2214299"/>
            <a:ext cx="1051663" cy="723575"/>
            <a:chOff x="2999291" y="2527225"/>
            <a:chExt cx="1051663" cy="723575"/>
          </a:xfrm>
        </p:grpSpPr>
        <p:sp>
          <p:nvSpPr>
            <p:cNvPr id="40" name="Retângulo: Cantos Arredondados 39">
              <a:extLst>
                <a:ext uri="{FF2B5EF4-FFF2-40B4-BE49-F238E27FC236}">
                  <a16:creationId xmlns:a16="http://schemas.microsoft.com/office/drawing/2014/main" id="{2C48ABA0-A1CF-C17B-E413-447E1EEBA3D6}"/>
                </a:ext>
              </a:extLst>
            </p:cNvPr>
            <p:cNvSpPr/>
            <p:nvPr/>
          </p:nvSpPr>
          <p:spPr>
            <a:xfrm>
              <a:off x="2999291" y="252722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4" name="Picture 32" descr="Inovação | Wessel">
              <a:extLst>
                <a:ext uri="{FF2B5EF4-FFF2-40B4-BE49-F238E27FC236}">
                  <a16:creationId xmlns:a16="http://schemas.microsoft.com/office/drawing/2014/main" id="{1BB646CC-7112-8656-95A7-5E1A9F25E85B}"/>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86739" y="2680776"/>
              <a:ext cx="676767" cy="4164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Agrupar 36">
            <a:extLst>
              <a:ext uri="{FF2B5EF4-FFF2-40B4-BE49-F238E27FC236}">
                <a16:creationId xmlns:a16="http://schemas.microsoft.com/office/drawing/2014/main" id="{5DE91149-FB8D-CC49-E5AE-7DC4D87E6F4C}"/>
              </a:ext>
            </a:extLst>
          </p:cNvPr>
          <p:cNvGrpSpPr/>
          <p:nvPr/>
        </p:nvGrpSpPr>
        <p:grpSpPr>
          <a:xfrm>
            <a:off x="2484742" y="2214299"/>
            <a:ext cx="1051663" cy="723575"/>
            <a:chOff x="411159" y="2517600"/>
            <a:chExt cx="1051663" cy="723575"/>
          </a:xfrm>
        </p:grpSpPr>
        <p:sp>
          <p:nvSpPr>
            <p:cNvPr id="36" name="Retângulo: Cantos Arredondados 35">
              <a:extLst>
                <a:ext uri="{FF2B5EF4-FFF2-40B4-BE49-F238E27FC236}">
                  <a16:creationId xmlns:a16="http://schemas.microsoft.com/office/drawing/2014/main" id="{7D5FCFB4-2E2C-A34D-4ED8-16F6972D8B76}"/>
                </a:ext>
              </a:extLst>
            </p:cNvPr>
            <p:cNvSpPr/>
            <p:nvPr/>
          </p:nvSpPr>
          <p:spPr>
            <a:xfrm>
              <a:off x="411159" y="251760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0" name="Google Shape;126;p17">
              <a:extLst>
                <a:ext uri="{FF2B5EF4-FFF2-40B4-BE49-F238E27FC236}">
                  <a16:creationId xmlns:a16="http://schemas.microsoft.com/office/drawing/2014/main" id="{4280F6BD-563B-A24D-F287-E11A9326576C}"/>
                </a:ext>
              </a:extLst>
            </p:cNvPr>
            <p:cNvPicPr preferRelativeResize="0"/>
            <p:nvPr/>
          </p:nvPicPr>
          <p:blipFill rotWithShape="1">
            <a:blip r:embed="rId8">
              <a:alphaModFix/>
            </a:blip>
            <a:srcRect/>
            <a:stretch/>
          </p:blipFill>
          <p:spPr>
            <a:xfrm>
              <a:off x="584060" y="2789690"/>
              <a:ext cx="705860" cy="179394"/>
            </a:xfrm>
            <a:prstGeom prst="rect">
              <a:avLst/>
            </a:prstGeom>
            <a:noFill/>
            <a:ln>
              <a:noFill/>
            </a:ln>
          </p:spPr>
        </p:pic>
      </p:grpSp>
      <p:sp>
        <p:nvSpPr>
          <p:cNvPr id="42" name="Retângulo: Cantos Arredondados 41">
            <a:extLst>
              <a:ext uri="{FF2B5EF4-FFF2-40B4-BE49-F238E27FC236}">
                <a16:creationId xmlns:a16="http://schemas.microsoft.com/office/drawing/2014/main" id="{C5CC61FF-B6EA-7D83-4BFA-AE8A47ED60BC}"/>
              </a:ext>
            </a:extLst>
          </p:cNvPr>
          <p:cNvSpPr/>
          <p:nvPr/>
        </p:nvSpPr>
        <p:spPr>
          <a:xfrm>
            <a:off x="6258325"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59D6228A-244D-CC1F-3DA4-ED48AE5B629D}"/>
              </a:ext>
            </a:extLst>
          </p:cNvPr>
          <p:cNvSpPr/>
          <p:nvPr/>
        </p:nvSpPr>
        <p:spPr>
          <a:xfrm>
            <a:off x="7516186"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Retângulo: Cantos Arredondados 47">
            <a:extLst>
              <a:ext uri="{FF2B5EF4-FFF2-40B4-BE49-F238E27FC236}">
                <a16:creationId xmlns:a16="http://schemas.microsoft.com/office/drawing/2014/main" id="{6415B8E2-61B6-FE81-D5B9-0761CECFFD05}"/>
              </a:ext>
            </a:extLst>
          </p:cNvPr>
          <p:cNvSpPr/>
          <p:nvPr/>
        </p:nvSpPr>
        <p:spPr>
          <a:xfrm>
            <a:off x="10034866" y="220206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7" name="Agrupar 46">
            <a:extLst>
              <a:ext uri="{FF2B5EF4-FFF2-40B4-BE49-F238E27FC236}">
                <a16:creationId xmlns:a16="http://schemas.microsoft.com/office/drawing/2014/main" id="{C40B3D55-99E1-4891-CB66-4697F8205DB4}"/>
              </a:ext>
            </a:extLst>
          </p:cNvPr>
          <p:cNvGrpSpPr/>
          <p:nvPr/>
        </p:nvGrpSpPr>
        <p:grpSpPr>
          <a:xfrm>
            <a:off x="8774047" y="2214299"/>
            <a:ext cx="1051663" cy="723575"/>
            <a:chOff x="6890146" y="2507206"/>
            <a:chExt cx="1051663" cy="723575"/>
          </a:xfrm>
        </p:grpSpPr>
        <p:sp>
          <p:nvSpPr>
            <p:cNvPr id="46" name="Retângulo: Cantos Arredondados 45">
              <a:extLst>
                <a:ext uri="{FF2B5EF4-FFF2-40B4-BE49-F238E27FC236}">
                  <a16:creationId xmlns:a16="http://schemas.microsoft.com/office/drawing/2014/main" id="{CDA447C3-40D8-62D3-1621-447E00B94B6E}"/>
                </a:ext>
              </a:extLst>
            </p:cNvPr>
            <p:cNvSpPr/>
            <p:nvPr/>
          </p:nvSpPr>
          <p:spPr>
            <a:xfrm>
              <a:off x="6890146" y="250720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5" name="Google Shape;105;p17" descr="Uma imagem contendo Logotipo&#10;&#10;Descrição gerada automaticamente">
              <a:extLst>
                <a:ext uri="{FF2B5EF4-FFF2-40B4-BE49-F238E27FC236}">
                  <a16:creationId xmlns:a16="http://schemas.microsoft.com/office/drawing/2014/main" id="{DC4F9E10-6A9F-9584-C5DA-6A7F0524F970}"/>
                </a:ext>
              </a:extLst>
            </p:cNvPr>
            <p:cNvPicPr preferRelativeResize="0"/>
            <p:nvPr/>
          </p:nvPicPr>
          <p:blipFill rotWithShape="1">
            <a:blip r:embed="rId9">
              <a:clrChange>
                <a:clrFrom>
                  <a:srgbClr val="FFFFFF"/>
                </a:clrFrom>
                <a:clrTo>
                  <a:srgbClr val="FFFFFF">
                    <a:alpha val="0"/>
                  </a:srgbClr>
                </a:clrTo>
              </a:clrChange>
              <a:alphaModFix/>
            </a:blip>
            <a:srcRect l="10088" t="19752" r="10350" b="19854"/>
            <a:stretch/>
          </p:blipFill>
          <p:spPr>
            <a:xfrm>
              <a:off x="7005461" y="2582860"/>
              <a:ext cx="821032" cy="572267"/>
            </a:xfrm>
            <a:prstGeom prst="rect">
              <a:avLst/>
            </a:prstGeom>
            <a:noFill/>
            <a:ln>
              <a:noFill/>
            </a:ln>
          </p:spPr>
        </p:pic>
      </p:grpSp>
      <p:grpSp>
        <p:nvGrpSpPr>
          <p:cNvPr id="3196" name="Agrupar 3195">
            <a:extLst>
              <a:ext uri="{FF2B5EF4-FFF2-40B4-BE49-F238E27FC236}">
                <a16:creationId xmlns:a16="http://schemas.microsoft.com/office/drawing/2014/main" id="{BA41D7F3-C57A-41A1-45DF-041E7A32CB1B}"/>
              </a:ext>
            </a:extLst>
          </p:cNvPr>
          <p:cNvGrpSpPr/>
          <p:nvPr/>
        </p:nvGrpSpPr>
        <p:grpSpPr>
          <a:xfrm>
            <a:off x="1226881" y="3971245"/>
            <a:ext cx="9856692" cy="723575"/>
            <a:chOff x="1177304" y="3729671"/>
            <a:chExt cx="9856692" cy="723575"/>
          </a:xfrm>
        </p:grpSpPr>
        <p:sp>
          <p:nvSpPr>
            <p:cNvPr id="3143" name="Retângulo: Cantos Arredondados 3142">
              <a:extLst>
                <a:ext uri="{FF2B5EF4-FFF2-40B4-BE49-F238E27FC236}">
                  <a16:creationId xmlns:a16="http://schemas.microsoft.com/office/drawing/2014/main" id="{C98D6D62-C2E3-4AEF-9A10-98DA44AFBF71}"/>
                </a:ext>
              </a:extLst>
            </p:cNvPr>
            <p:cNvSpPr/>
            <p:nvPr/>
          </p:nvSpPr>
          <p:spPr>
            <a:xfrm>
              <a:off x="2435165" y="372967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45" name="Agrupar 3144">
              <a:extLst>
                <a:ext uri="{FF2B5EF4-FFF2-40B4-BE49-F238E27FC236}">
                  <a16:creationId xmlns:a16="http://schemas.microsoft.com/office/drawing/2014/main" id="{26C619FE-60FF-809E-66F3-446AA70601D7}"/>
                </a:ext>
              </a:extLst>
            </p:cNvPr>
            <p:cNvGrpSpPr/>
            <p:nvPr/>
          </p:nvGrpSpPr>
          <p:grpSpPr>
            <a:xfrm>
              <a:off x="1177304" y="3729671"/>
              <a:ext cx="1051663" cy="723575"/>
              <a:chOff x="8022902" y="3550648"/>
              <a:chExt cx="1051663" cy="723575"/>
            </a:xfrm>
          </p:grpSpPr>
          <p:sp>
            <p:nvSpPr>
              <p:cNvPr id="3142" name="Retângulo: Cantos Arredondados 3141">
                <a:extLst>
                  <a:ext uri="{FF2B5EF4-FFF2-40B4-BE49-F238E27FC236}">
                    <a16:creationId xmlns:a16="http://schemas.microsoft.com/office/drawing/2014/main" id="{084377CD-4312-97C7-A823-BE5BF1DE5BE9}"/>
                  </a:ext>
                </a:extLst>
              </p:cNvPr>
              <p:cNvSpPr/>
              <p:nvPr/>
            </p:nvSpPr>
            <p:spPr>
              <a:xfrm>
                <a:off x="8022902" y="355064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0" name="Google Shape;111;p17" descr="Desenho de um círculo&#10;&#10;Descrição gerada automaticamente com confiança média">
                <a:extLst>
                  <a:ext uri="{FF2B5EF4-FFF2-40B4-BE49-F238E27FC236}">
                    <a16:creationId xmlns:a16="http://schemas.microsoft.com/office/drawing/2014/main" id="{F0A7F97F-3D93-76EA-DF24-181D8C8A4EB3}"/>
                  </a:ext>
                </a:extLst>
              </p:cNvPr>
              <p:cNvPicPr preferRelativeResize="0"/>
              <p:nvPr/>
            </p:nvPicPr>
            <p:blipFill rotWithShape="1">
              <a:blip r:embed="rId10">
                <a:clrChange>
                  <a:clrFrom>
                    <a:srgbClr val="FFFFFF"/>
                  </a:clrFrom>
                  <a:clrTo>
                    <a:srgbClr val="FFFFFF">
                      <a:alpha val="0"/>
                    </a:srgbClr>
                  </a:clrTo>
                </a:clrChange>
                <a:alphaModFix/>
              </a:blip>
              <a:srcRect/>
              <a:stretch/>
            </p:blipFill>
            <p:spPr>
              <a:xfrm>
                <a:off x="8197896" y="3589556"/>
                <a:ext cx="701675" cy="645758"/>
              </a:xfrm>
              <a:prstGeom prst="rect">
                <a:avLst/>
              </a:prstGeom>
              <a:noFill/>
              <a:ln>
                <a:noFill/>
              </a:ln>
            </p:spPr>
          </p:pic>
        </p:grpSp>
        <p:grpSp>
          <p:nvGrpSpPr>
            <p:cNvPr id="3147" name="Agrupar 3146">
              <a:extLst>
                <a:ext uri="{FF2B5EF4-FFF2-40B4-BE49-F238E27FC236}">
                  <a16:creationId xmlns:a16="http://schemas.microsoft.com/office/drawing/2014/main" id="{0F2BE9E2-EB85-1AC1-164B-A3B7F4339962}"/>
                </a:ext>
              </a:extLst>
            </p:cNvPr>
            <p:cNvGrpSpPr/>
            <p:nvPr/>
          </p:nvGrpSpPr>
          <p:grpSpPr>
            <a:xfrm>
              <a:off x="3693026" y="3729671"/>
              <a:ext cx="1051663" cy="723575"/>
              <a:chOff x="10584487" y="3534526"/>
              <a:chExt cx="1051663" cy="723575"/>
            </a:xfrm>
          </p:grpSpPr>
          <p:sp>
            <p:nvSpPr>
              <p:cNvPr id="3144" name="Retângulo: Cantos Arredondados 3143">
                <a:extLst>
                  <a:ext uri="{FF2B5EF4-FFF2-40B4-BE49-F238E27FC236}">
                    <a16:creationId xmlns:a16="http://schemas.microsoft.com/office/drawing/2014/main" id="{7D349C99-B87E-F005-FC2A-522088D2BB77}"/>
                  </a:ext>
                </a:extLst>
              </p:cNvPr>
              <p:cNvSpPr/>
              <p:nvPr/>
            </p:nvSpPr>
            <p:spPr>
              <a:xfrm>
                <a:off x="10584487" y="353452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4" name="Google Shape;145;p17">
                <a:extLst>
                  <a:ext uri="{FF2B5EF4-FFF2-40B4-BE49-F238E27FC236}">
                    <a16:creationId xmlns:a16="http://schemas.microsoft.com/office/drawing/2014/main" id="{A2C50E88-2511-9400-9D4E-E9E665033B78}"/>
                  </a:ext>
                </a:extLst>
              </p:cNvPr>
              <p:cNvPicPr preferRelativeResize="0"/>
              <p:nvPr/>
            </p:nvPicPr>
            <p:blipFill rotWithShape="1">
              <a:blip r:embed="rId11">
                <a:alphaModFix/>
              </a:blip>
              <a:srcRect l="23858" t="4632" r="21563" b="6203"/>
              <a:stretch/>
            </p:blipFill>
            <p:spPr>
              <a:xfrm>
                <a:off x="10759481" y="3570651"/>
                <a:ext cx="701675" cy="651325"/>
              </a:xfrm>
              <a:prstGeom prst="rect">
                <a:avLst/>
              </a:prstGeom>
              <a:noFill/>
              <a:ln>
                <a:noFill/>
              </a:ln>
            </p:spPr>
          </p:pic>
        </p:grpSp>
        <p:grpSp>
          <p:nvGrpSpPr>
            <p:cNvPr id="3149" name="Agrupar 3148">
              <a:extLst>
                <a:ext uri="{FF2B5EF4-FFF2-40B4-BE49-F238E27FC236}">
                  <a16:creationId xmlns:a16="http://schemas.microsoft.com/office/drawing/2014/main" id="{8DE16EB6-D0F3-2B80-25CD-AC99D354E925}"/>
                </a:ext>
              </a:extLst>
            </p:cNvPr>
            <p:cNvGrpSpPr/>
            <p:nvPr/>
          </p:nvGrpSpPr>
          <p:grpSpPr>
            <a:xfrm>
              <a:off x="4950887" y="3729671"/>
              <a:ext cx="1051663" cy="723575"/>
              <a:chOff x="11836811" y="3543836"/>
              <a:chExt cx="1051663" cy="723575"/>
            </a:xfrm>
          </p:grpSpPr>
          <p:sp>
            <p:nvSpPr>
              <p:cNvPr id="3148" name="Retângulo: Cantos Arredondados 3147">
                <a:extLst>
                  <a:ext uri="{FF2B5EF4-FFF2-40B4-BE49-F238E27FC236}">
                    <a16:creationId xmlns:a16="http://schemas.microsoft.com/office/drawing/2014/main" id="{BDCCEDFF-D33F-22B3-BA6F-BB2D80D95C4A}"/>
                  </a:ext>
                </a:extLst>
              </p:cNvPr>
              <p:cNvSpPr/>
              <p:nvPr/>
            </p:nvSpPr>
            <p:spPr>
              <a:xfrm>
                <a:off x="11836811" y="354383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2" name="Google Shape;117;p17" descr="Logotipo, nome da empresa&#10;&#10;Descrição gerada automaticamente">
                <a:extLst>
                  <a:ext uri="{FF2B5EF4-FFF2-40B4-BE49-F238E27FC236}">
                    <a16:creationId xmlns:a16="http://schemas.microsoft.com/office/drawing/2014/main" id="{E6153829-CAFD-9657-64AD-D133B8F543DC}"/>
                  </a:ext>
                </a:extLst>
              </p:cNvPr>
              <p:cNvPicPr preferRelativeResize="0"/>
              <p:nvPr/>
            </p:nvPicPr>
            <p:blipFill rotWithShape="1">
              <a:blip r:embed="rId12">
                <a:clrChange>
                  <a:clrFrom>
                    <a:srgbClr val="FFFFFF"/>
                  </a:clrFrom>
                  <a:clrTo>
                    <a:srgbClr val="FFFFFF">
                      <a:alpha val="0"/>
                    </a:srgbClr>
                  </a:clrTo>
                </a:clrChange>
                <a:alphaModFix/>
              </a:blip>
              <a:srcRect/>
              <a:stretch/>
            </p:blipFill>
            <p:spPr>
              <a:xfrm>
                <a:off x="12043173" y="3611156"/>
                <a:ext cx="638939" cy="588935"/>
              </a:xfrm>
              <a:prstGeom prst="rect">
                <a:avLst/>
              </a:prstGeom>
              <a:noFill/>
              <a:ln>
                <a:noFill/>
              </a:ln>
            </p:spPr>
          </p:pic>
        </p:grpSp>
        <p:sp>
          <p:nvSpPr>
            <p:cNvPr id="3138" name="Retângulo: Cantos Arredondados 3137">
              <a:extLst>
                <a:ext uri="{FF2B5EF4-FFF2-40B4-BE49-F238E27FC236}">
                  <a16:creationId xmlns:a16="http://schemas.microsoft.com/office/drawing/2014/main" id="{B61F5765-8D55-4BAE-D437-805A8C09D70D}"/>
                </a:ext>
              </a:extLst>
            </p:cNvPr>
            <p:cNvSpPr/>
            <p:nvPr/>
          </p:nvSpPr>
          <p:spPr>
            <a:xfrm>
              <a:off x="6208748" y="372967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51" name="Agrupar 3150">
              <a:extLst>
                <a:ext uri="{FF2B5EF4-FFF2-40B4-BE49-F238E27FC236}">
                  <a16:creationId xmlns:a16="http://schemas.microsoft.com/office/drawing/2014/main" id="{8FAC1EDE-17C4-EF21-41FB-BEC4CD2FCB7C}"/>
                </a:ext>
              </a:extLst>
            </p:cNvPr>
            <p:cNvGrpSpPr/>
            <p:nvPr/>
          </p:nvGrpSpPr>
          <p:grpSpPr>
            <a:xfrm>
              <a:off x="7466609" y="3729671"/>
              <a:ext cx="1051663" cy="723575"/>
              <a:chOff x="2029225" y="4543096"/>
              <a:chExt cx="1051663" cy="723575"/>
            </a:xfrm>
          </p:grpSpPr>
          <p:sp>
            <p:nvSpPr>
              <p:cNvPr id="3140" name="Retângulo: Cantos Arredondados 3139">
                <a:extLst>
                  <a:ext uri="{FF2B5EF4-FFF2-40B4-BE49-F238E27FC236}">
                    <a16:creationId xmlns:a16="http://schemas.microsoft.com/office/drawing/2014/main" id="{02494779-0B44-7CD5-1670-96F8568C37D3}"/>
                  </a:ext>
                </a:extLst>
              </p:cNvPr>
              <p:cNvSpPr/>
              <p:nvPr/>
            </p:nvSpPr>
            <p:spPr>
              <a:xfrm>
                <a:off x="2029225" y="454309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5" name="Google Shape;109;p17" descr="Logotipo&#10;&#10;Descrição gerada automaticamente">
                <a:extLst>
                  <a:ext uri="{FF2B5EF4-FFF2-40B4-BE49-F238E27FC236}">
                    <a16:creationId xmlns:a16="http://schemas.microsoft.com/office/drawing/2014/main" id="{7FBB4F74-35DF-54FF-1A5E-0538FA776CFB}"/>
                  </a:ext>
                </a:extLst>
              </p:cNvPr>
              <p:cNvPicPr preferRelativeResize="0"/>
              <p:nvPr/>
            </p:nvPicPr>
            <p:blipFill rotWithShape="1">
              <a:blip r:embed="rId13">
                <a:alphaModFix/>
              </a:blip>
              <a:srcRect/>
              <a:stretch/>
            </p:blipFill>
            <p:spPr>
              <a:xfrm>
                <a:off x="2267245" y="4721258"/>
                <a:ext cx="575622" cy="367250"/>
              </a:xfrm>
              <a:prstGeom prst="rect">
                <a:avLst/>
              </a:prstGeom>
              <a:noFill/>
              <a:ln>
                <a:noFill/>
              </a:ln>
            </p:spPr>
          </p:pic>
        </p:grpSp>
        <p:grpSp>
          <p:nvGrpSpPr>
            <p:cNvPr id="3161" name="Agrupar 3160">
              <a:extLst>
                <a:ext uri="{FF2B5EF4-FFF2-40B4-BE49-F238E27FC236}">
                  <a16:creationId xmlns:a16="http://schemas.microsoft.com/office/drawing/2014/main" id="{C210A372-B615-148B-2391-7B0699C3A9D4}"/>
                </a:ext>
              </a:extLst>
            </p:cNvPr>
            <p:cNvGrpSpPr/>
            <p:nvPr/>
          </p:nvGrpSpPr>
          <p:grpSpPr>
            <a:xfrm>
              <a:off x="9982333" y="3729671"/>
              <a:ext cx="1051663" cy="723575"/>
              <a:chOff x="5585155" y="3830952"/>
              <a:chExt cx="1051663" cy="723575"/>
            </a:xfrm>
          </p:grpSpPr>
          <p:sp>
            <p:nvSpPr>
              <p:cNvPr id="3160" name="Retângulo: Cantos Arredondados 3159">
                <a:extLst>
                  <a:ext uri="{FF2B5EF4-FFF2-40B4-BE49-F238E27FC236}">
                    <a16:creationId xmlns:a16="http://schemas.microsoft.com/office/drawing/2014/main" id="{1AF36C6E-AD2C-157B-3DCF-F9ABAD9EA27A}"/>
                  </a:ext>
                </a:extLst>
              </p:cNvPr>
              <p:cNvSpPr/>
              <p:nvPr/>
            </p:nvSpPr>
            <p:spPr>
              <a:xfrm>
                <a:off x="5585155" y="383095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3" name="Google Shape;106;p17" descr="Desenho de um cachorro&#10;&#10;Descrição gerada automaticamente">
                <a:extLst>
                  <a:ext uri="{FF2B5EF4-FFF2-40B4-BE49-F238E27FC236}">
                    <a16:creationId xmlns:a16="http://schemas.microsoft.com/office/drawing/2014/main" id="{EC81DC17-888E-33C5-80EF-BCC4D4B95F94}"/>
                  </a:ext>
                </a:extLst>
              </p:cNvPr>
              <p:cNvPicPr preferRelativeResize="0"/>
              <p:nvPr/>
            </p:nvPicPr>
            <p:blipFill rotWithShape="1">
              <a:blip r:embed="rId14">
                <a:alphaModFix/>
              </a:blip>
              <a:srcRect/>
              <a:stretch/>
            </p:blipFill>
            <p:spPr>
              <a:xfrm>
                <a:off x="5619954" y="4071407"/>
                <a:ext cx="982065" cy="242665"/>
              </a:xfrm>
              <a:prstGeom prst="rect">
                <a:avLst/>
              </a:prstGeom>
              <a:noFill/>
              <a:ln>
                <a:noFill/>
              </a:ln>
            </p:spPr>
          </p:pic>
        </p:grpSp>
        <p:grpSp>
          <p:nvGrpSpPr>
            <p:cNvPr id="3152" name="Agrupar 3151">
              <a:extLst>
                <a:ext uri="{FF2B5EF4-FFF2-40B4-BE49-F238E27FC236}">
                  <a16:creationId xmlns:a16="http://schemas.microsoft.com/office/drawing/2014/main" id="{0AC39FCA-8F45-D950-1755-9D462E58D91B}"/>
                </a:ext>
              </a:extLst>
            </p:cNvPr>
            <p:cNvGrpSpPr/>
            <p:nvPr/>
          </p:nvGrpSpPr>
          <p:grpSpPr>
            <a:xfrm>
              <a:off x="8724470" y="3729671"/>
              <a:ext cx="1051663" cy="723575"/>
              <a:chOff x="3204063" y="4513621"/>
              <a:chExt cx="1051663" cy="723575"/>
            </a:xfrm>
          </p:grpSpPr>
          <p:sp>
            <p:nvSpPr>
              <p:cNvPr id="3141" name="Retângulo: Cantos Arredondados 3140">
                <a:extLst>
                  <a:ext uri="{FF2B5EF4-FFF2-40B4-BE49-F238E27FC236}">
                    <a16:creationId xmlns:a16="http://schemas.microsoft.com/office/drawing/2014/main" id="{60DEC3B9-5FA7-8A0E-452D-3B7D83ACBD31}"/>
                  </a:ext>
                </a:extLst>
              </p:cNvPr>
              <p:cNvSpPr/>
              <p:nvPr/>
            </p:nvSpPr>
            <p:spPr>
              <a:xfrm>
                <a:off x="3204063" y="451362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6" name="Google Shape;114;p17" descr="Logotipo&#10;&#10;Descrição gerada automaticamente">
                <a:extLst>
                  <a:ext uri="{FF2B5EF4-FFF2-40B4-BE49-F238E27FC236}">
                    <a16:creationId xmlns:a16="http://schemas.microsoft.com/office/drawing/2014/main" id="{7FBBFA46-70F1-4842-A42D-FDA0D2F84532}"/>
                  </a:ext>
                </a:extLst>
              </p:cNvPr>
              <p:cNvPicPr preferRelativeResize="0"/>
              <p:nvPr/>
            </p:nvPicPr>
            <p:blipFill rotWithShape="1">
              <a:blip r:embed="rId15">
                <a:alphaModFix/>
              </a:blip>
              <a:srcRect/>
              <a:stretch/>
            </p:blipFill>
            <p:spPr>
              <a:xfrm>
                <a:off x="3322174" y="4661288"/>
                <a:ext cx="815440" cy="428240"/>
              </a:xfrm>
              <a:prstGeom prst="rect">
                <a:avLst/>
              </a:prstGeom>
              <a:noFill/>
              <a:ln>
                <a:noFill/>
              </a:ln>
            </p:spPr>
          </p:pic>
        </p:grpSp>
      </p:grpSp>
      <p:grpSp>
        <p:nvGrpSpPr>
          <p:cNvPr id="3163" name="Agrupar 3162">
            <a:extLst>
              <a:ext uri="{FF2B5EF4-FFF2-40B4-BE49-F238E27FC236}">
                <a16:creationId xmlns:a16="http://schemas.microsoft.com/office/drawing/2014/main" id="{7FD693A1-D338-A6BB-E49E-EADCE1530972}"/>
              </a:ext>
            </a:extLst>
          </p:cNvPr>
          <p:cNvGrpSpPr/>
          <p:nvPr/>
        </p:nvGrpSpPr>
        <p:grpSpPr>
          <a:xfrm>
            <a:off x="1226881" y="4849718"/>
            <a:ext cx="1051663" cy="723575"/>
            <a:chOff x="6825245" y="3851261"/>
            <a:chExt cx="1051663" cy="723575"/>
          </a:xfrm>
        </p:grpSpPr>
        <p:sp>
          <p:nvSpPr>
            <p:cNvPr id="3162" name="Retângulo: Cantos Arredondados 3161">
              <a:extLst>
                <a:ext uri="{FF2B5EF4-FFF2-40B4-BE49-F238E27FC236}">
                  <a16:creationId xmlns:a16="http://schemas.microsoft.com/office/drawing/2014/main" id="{7817C6DA-4702-3734-27CD-5BF42872C2E7}"/>
                </a:ext>
              </a:extLst>
            </p:cNvPr>
            <p:cNvSpPr/>
            <p:nvPr/>
          </p:nvSpPr>
          <p:spPr>
            <a:xfrm>
              <a:off x="6825245" y="385126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9" name="Picture 28" descr="Villa Francioni | São Joaquim SC">
              <a:extLst>
                <a:ext uri="{FF2B5EF4-FFF2-40B4-BE49-F238E27FC236}">
                  <a16:creationId xmlns:a16="http://schemas.microsoft.com/office/drawing/2014/main" id="{B5F9A2BD-3F6A-5823-6681-33AA2F1D6023}"/>
                </a:ext>
              </a:extLst>
            </p:cNvPr>
            <p:cNvPicPr>
              <a:picLocks noChangeAspect="1" noChangeArrowheads="1"/>
            </p:cNvPicPr>
            <p:nvPr/>
          </p:nvPicPr>
          <p:blipFill rotWithShape="1">
            <a:blip r:embed="rId16">
              <a:clrChange>
                <a:clrFrom>
                  <a:srgbClr val="F9F7F8"/>
                </a:clrFrom>
                <a:clrTo>
                  <a:srgbClr val="F9F7F8">
                    <a:alpha val="0"/>
                  </a:srgbClr>
                </a:clrTo>
              </a:clrChange>
              <a:extLst>
                <a:ext uri="{28A0092B-C50C-407E-A947-70E740481C1C}">
                  <a14:useLocalDpi xmlns:a14="http://schemas.microsoft.com/office/drawing/2010/main" val="0"/>
                </a:ext>
              </a:extLst>
            </a:blip>
            <a:srcRect l="7909" t="16496" r="5952" b="17740"/>
            <a:stretch/>
          </p:blipFill>
          <p:spPr bwMode="auto">
            <a:xfrm>
              <a:off x="6934948" y="3895355"/>
              <a:ext cx="832256" cy="6353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68" name="Agrupar 3167">
            <a:extLst>
              <a:ext uri="{FF2B5EF4-FFF2-40B4-BE49-F238E27FC236}">
                <a16:creationId xmlns:a16="http://schemas.microsoft.com/office/drawing/2014/main" id="{7708A7A3-5F97-E155-9764-1EB84452C0CB}"/>
              </a:ext>
            </a:extLst>
          </p:cNvPr>
          <p:cNvGrpSpPr/>
          <p:nvPr/>
        </p:nvGrpSpPr>
        <p:grpSpPr>
          <a:xfrm>
            <a:off x="3742603" y="4849718"/>
            <a:ext cx="1051663" cy="723575"/>
            <a:chOff x="9342129" y="3850875"/>
            <a:chExt cx="1051663" cy="723575"/>
          </a:xfrm>
        </p:grpSpPr>
        <p:sp>
          <p:nvSpPr>
            <p:cNvPr id="3165" name="Retângulo: Cantos Arredondados 3164">
              <a:extLst>
                <a:ext uri="{FF2B5EF4-FFF2-40B4-BE49-F238E27FC236}">
                  <a16:creationId xmlns:a16="http://schemas.microsoft.com/office/drawing/2014/main" id="{B2F6D088-71CC-EE24-C09B-565248FF52F3}"/>
                </a:ext>
              </a:extLst>
            </p:cNvPr>
            <p:cNvSpPr/>
            <p:nvPr/>
          </p:nvSpPr>
          <p:spPr>
            <a:xfrm>
              <a:off x="9342129" y="385087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7" name="Imagem 1066">
              <a:extLst>
                <a:ext uri="{FF2B5EF4-FFF2-40B4-BE49-F238E27FC236}">
                  <a16:creationId xmlns:a16="http://schemas.microsoft.com/office/drawing/2014/main" id="{48262149-248D-8546-0DB0-FED74ABB08D1}"/>
                </a:ext>
              </a:extLst>
            </p:cNvPr>
            <p:cNvPicPr>
              <a:picLocks noChangeAspect="1"/>
            </p:cNvPicPr>
            <p:nvPr/>
          </p:nvPicPr>
          <p:blipFill>
            <a:blip r:embed="rId17"/>
            <a:stretch>
              <a:fillRect/>
            </a:stretch>
          </p:blipFill>
          <p:spPr>
            <a:xfrm>
              <a:off x="9461808" y="4032928"/>
              <a:ext cx="812305" cy="359468"/>
            </a:xfrm>
            <a:prstGeom prst="rect">
              <a:avLst/>
            </a:prstGeom>
          </p:spPr>
        </p:pic>
      </p:grpSp>
      <p:sp>
        <p:nvSpPr>
          <p:cNvPr id="3166" name="Retângulo: Cantos Arredondados 3165">
            <a:extLst>
              <a:ext uri="{FF2B5EF4-FFF2-40B4-BE49-F238E27FC236}">
                <a16:creationId xmlns:a16="http://schemas.microsoft.com/office/drawing/2014/main" id="{FB3B61B9-E844-96BC-3678-BA2588E7FF57}"/>
              </a:ext>
            </a:extLst>
          </p:cNvPr>
          <p:cNvSpPr/>
          <p:nvPr/>
        </p:nvSpPr>
        <p:spPr>
          <a:xfrm>
            <a:off x="5000464"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67" name="Agrupar 3166">
            <a:extLst>
              <a:ext uri="{FF2B5EF4-FFF2-40B4-BE49-F238E27FC236}">
                <a16:creationId xmlns:a16="http://schemas.microsoft.com/office/drawing/2014/main" id="{A95A31B9-19E1-23CF-70E4-D486D10724D5}"/>
              </a:ext>
            </a:extLst>
          </p:cNvPr>
          <p:cNvGrpSpPr/>
          <p:nvPr/>
        </p:nvGrpSpPr>
        <p:grpSpPr>
          <a:xfrm>
            <a:off x="2484742" y="4849718"/>
            <a:ext cx="1051663" cy="723575"/>
            <a:chOff x="8072393" y="3851496"/>
            <a:chExt cx="1051663" cy="723575"/>
          </a:xfrm>
        </p:grpSpPr>
        <p:sp>
          <p:nvSpPr>
            <p:cNvPr id="3164" name="Retângulo: Cantos Arredondados 3163">
              <a:extLst>
                <a:ext uri="{FF2B5EF4-FFF2-40B4-BE49-F238E27FC236}">
                  <a16:creationId xmlns:a16="http://schemas.microsoft.com/office/drawing/2014/main" id="{55AB2201-7DD4-7B44-B964-7AF8F4CEE860}"/>
                </a:ext>
              </a:extLst>
            </p:cNvPr>
            <p:cNvSpPr/>
            <p:nvPr/>
          </p:nvSpPr>
          <p:spPr>
            <a:xfrm>
              <a:off x="8072393" y="385149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0" name="Google Shape;148;p17">
              <a:extLst>
                <a:ext uri="{FF2B5EF4-FFF2-40B4-BE49-F238E27FC236}">
                  <a16:creationId xmlns:a16="http://schemas.microsoft.com/office/drawing/2014/main" id="{6192D2C6-8FEF-A687-7321-47A07F6581D3}"/>
                </a:ext>
              </a:extLst>
            </p:cNvPr>
            <p:cNvPicPr preferRelativeResize="0"/>
            <p:nvPr/>
          </p:nvPicPr>
          <p:blipFill>
            <a:blip r:embed="rId18">
              <a:alphaModFix/>
            </a:blip>
            <a:stretch>
              <a:fillRect/>
            </a:stretch>
          </p:blipFill>
          <p:spPr>
            <a:xfrm>
              <a:off x="8203794" y="3921329"/>
              <a:ext cx="788861" cy="583909"/>
            </a:xfrm>
            <a:prstGeom prst="rect">
              <a:avLst/>
            </a:prstGeom>
            <a:noFill/>
            <a:ln>
              <a:noFill/>
            </a:ln>
          </p:spPr>
        </p:pic>
      </p:grpSp>
      <p:sp>
        <p:nvSpPr>
          <p:cNvPr id="3170" name="Retângulo: Cantos Arredondados 3169">
            <a:extLst>
              <a:ext uri="{FF2B5EF4-FFF2-40B4-BE49-F238E27FC236}">
                <a16:creationId xmlns:a16="http://schemas.microsoft.com/office/drawing/2014/main" id="{71F6333D-333C-BF63-01E2-13C54C2EC902}"/>
              </a:ext>
            </a:extLst>
          </p:cNvPr>
          <p:cNvSpPr/>
          <p:nvPr/>
        </p:nvSpPr>
        <p:spPr>
          <a:xfrm>
            <a:off x="6258325"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79" name="Agrupar 3178">
            <a:extLst>
              <a:ext uri="{FF2B5EF4-FFF2-40B4-BE49-F238E27FC236}">
                <a16:creationId xmlns:a16="http://schemas.microsoft.com/office/drawing/2014/main" id="{CB046977-C4E1-1DC4-9BC8-DC2F8B89D3EA}"/>
              </a:ext>
            </a:extLst>
          </p:cNvPr>
          <p:cNvGrpSpPr/>
          <p:nvPr/>
        </p:nvGrpSpPr>
        <p:grpSpPr>
          <a:xfrm>
            <a:off x="7516186" y="4849718"/>
            <a:ext cx="1051663" cy="723575"/>
            <a:chOff x="1872218" y="4650110"/>
            <a:chExt cx="1051663" cy="723575"/>
          </a:xfrm>
        </p:grpSpPr>
        <p:sp>
          <p:nvSpPr>
            <p:cNvPr id="3171" name="Retângulo: Cantos Arredondados 3170">
              <a:extLst>
                <a:ext uri="{FF2B5EF4-FFF2-40B4-BE49-F238E27FC236}">
                  <a16:creationId xmlns:a16="http://schemas.microsoft.com/office/drawing/2014/main" id="{C62DCF26-4DA2-93FF-CDFD-BE5EF7AC900F}"/>
                </a:ext>
              </a:extLst>
            </p:cNvPr>
            <p:cNvSpPr/>
            <p:nvPr/>
          </p:nvSpPr>
          <p:spPr>
            <a:xfrm>
              <a:off x="1872218" y="465011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8" name="Picture 2" descr="Powerdent">
              <a:extLst>
                <a:ext uri="{FF2B5EF4-FFF2-40B4-BE49-F238E27FC236}">
                  <a16:creationId xmlns:a16="http://schemas.microsoft.com/office/drawing/2014/main" id="{7BF9DC1D-4430-CCA3-6AB7-38FD2565C492}"/>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08321" y="4719600"/>
              <a:ext cx="779457" cy="5845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80" name="Agrupar 3179">
            <a:extLst>
              <a:ext uri="{FF2B5EF4-FFF2-40B4-BE49-F238E27FC236}">
                <a16:creationId xmlns:a16="http://schemas.microsoft.com/office/drawing/2014/main" id="{E3DC5371-C852-1AFD-B020-F1106AF59D61}"/>
              </a:ext>
            </a:extLst>
          </p:cNvPr>
          <p:cNvGrpSpPr/>
          <p:nvPr/>
        </p:nvGrpSpPr>
        <p:grpSpPr>
          <a:xfrm>
            <a:off x="10031910" y="4849718"/>
            <a:ext cx="1051663" cy="723575"/>
            <a:chOff x="1988224" y="5453090"/>
            <a:chExt cx="1051663" cy="723575"/>
          </a:xfrm>
        </p:grpSpPr>
        <p:sp>
          <p:nvSpPr>
            <p:cNvPr id="3155" name="Retângulo: Cantos Arredondados 3154">
              <a:extLst>
                <a:ext uri="{FF2B5EF4-FFF2-40B4-BE49-F238E27FC236}">
                  <a16:creationId xmlns:a16="http://schemas.microsoft.com/office/drawing/2014/main" id="{5A04F8B3-DA7A-9E14-AB84-755D2FB70E60}"/>
                </a:ext>
              </a:extLst>
            </p:cNvPr>
            <p:cNvSpPr/>
            <p:nvPr/>
          </p:nvSpPr>
          <p:spPr>
            <a:xfrm>
              <a:off x="1988224" y="545309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9" name="Imagem 1048">
              <a:extLst>
                <a:ext uri="{FF2B5EF4-FFF2-40B4-BE49-F238E27FC236}">
                  <a16:creationId xmlns:a16="http://schemas.microsoft.com/office/drawing/2014/main" id="{8880A2B9-F381-BC15-D11B-70C0C9BE63AC}"/>
                </a:ext>
              </a:extLst>
            </p:cNvPr>
            <p:cNvPicPr>
              <a:picLocks noChangeAspect="1"/>
            </p:cNvPicPr>
            <p:nvPr/>
          </p:nvPicPr>
          <p:blipFill>
            <a:blip r:embed="rId20"/>
            <a:stretch>
              <a:fillRect/>
            </a:stretch>
          </p:blipFill>
          <p:spPr>
            <a:xfrm>
              <a:off x="2089544" y="5690021"/>
              <a:ext cx="849023" cy="249713"/>
            </a:xfrm>
            <a:prstGeom prst="rect">
              <a:avLst/>
            </a:prstGeom>
          </p:spPr>
        </p:pic>
      </p:grpSp>
      <p:sp>
        <p:nvSpPr>
          <p:cNvPr id="3153" name="Retângulo: Cantos Arredondados 3152">
            <a:extLst>
              <a:ext uri="{FF2B5EF4-FFF2-40B4-BE49-F238E27FC236}">
                <a16:creationId xmlns:a16="http://schemas.microsoft.com/office/drawing/2014/main" id="{F5105B5C-0107-4167-FA05-E0234CCF0C56}"/>
              </a:ext>
            </a:extLst>
          </p:cNvPr>
          <p:cNvSpPr/>
          <p:nvPr/>
        </p:nvSpPr>
        <p:spPr>
          <a:xfrm>
            <a:off x="8774047"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4" name="Picture 30" descr="The Chemist Look - Tienda Online">
            <a:extLst>
              <a:ext uri="{FF2B5EF4-FFF2-40B4-BE49-F238E27FC236}">
                <a16:creationId xmlns:a16="http://schemas.microsoft.com/office/drawing/2014/main" id="{CBEA26D1-BCB2-0FC4-BEBA-D59C5F8A3E55}"/>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49957" y="4977141"/>
            <a:ext cx="899842" cy="468728"/>
          </a:xfrm>
          <a:prstGeom prst="rect">
            <a:avLst/>
          </a:prstGeom>
          <a:noFill/>
          <a:extLst>
            <a:ext uri="{909E8E84-426E-40DD-AFC4-6F175D3DCCD1}">
              <a14:hiddenFill xmlns:a14="http://schemas.microsoft.com/office/drawing/2010/main">
                <a:solidFill>
                  <a:srgbClr val="FFFFFF"/>
                </a:solidFill>
              </a14:hiddenFill>
            </a:ext>
          </a:extLst>
        </p:spPr>
      </p:pic>
      <p:grpSp>
        <p:nvGrpSpPr>
          <p:cNvPr id="3195" name="Agrupar 3194">
            <a:extLst>
              <a:ext uri="{FF2B5EF4-FFF2-40B4-BE49-F238E27FC236}">
                <a16:creationId xmlns:a16="http://schemas.microsoft.com/office/drawing/2014/main" id="{1D540626-9C33-49AE-D617-B0774DBAC95F}"/>
              </a:ext>
            </a:extLst>
          </p:cNvPr>
          <p:cNvGrpSpPr/>
          <p:nvPr/>
        </p:nvGrpSpPr>
        <p:grpSpPr>
          <a:xfrm>
            <a:off x="1226881" y="3092772"/>
            <a:ext cx="9856692" cy="723575"/>
            <a:chOff x="1177304" y="2870407"/>
            <a:chExt cx="9856692" cy="723575"/>
          </a:xfrm>
        </p:grpSpPr>
        <p:sp>
          <p:nvSpPr>
            <p:cNvPr id="50" name="Retângulo: Cantos Arredondados 49">
              <a:extLst>
                <a:ext uri="{FF2B5EF4-FFF2-40B4-BE49-F238E27FC236}">
                  <a16:creationId xmlns:a16="http://schemas.microsoft.com/office/drawing/2014/main" id="{577D6A6C-E309-CB0E-6E0E-331DBDC80584}"/>
                </a:ext>
              </a:extLst>
            </p:cNvPr>
            <p:cNvSpPr/>
            <p:nvPr/>
          </p:nvSpPr>
          <p:spPr>
            <a:xfrm>
              <a:off x="1177304" y="2870407"/>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4" name="Agrupar 53">
              <a:extLst>
                <a:ext uri="{FF2B5EF4-FFF2-40B4-BE49-F238E27FC236}">
                  <a16:creationId xmlns:a16="http://schemas.microsoft.com/office/drawing/2014/main" id="{8D1E5A62-E2D4-BCC9-D6CF-207252B3E65D}"/>
                </a:ext>
              </a:extLst>
            </p:cNvPr>
            <p:cNvGrpSpPr/>
            <p:nvPr/>
          </p:nvGrpSpPr>
          <p:grpSpPr>
            <a:xfrm>
              <a:off x="3693026" y="2870407"/>
              <a:ext cx="1051663" cy="723575"/>
              <a:chOff x="526681" y="3554005"/>
              <a:chExt cx="1051663" cy="723575"/>
            </a:xfrm>
          </p:grpSpPr>
          <p:sp>
            <p:nvSpPr>
              <p:cNvPr id="53" name="Retângulo: Cantos Arredondados 52">
                <a:extLst>
                  <a:ext uri="{FF2B5EF4-FFF2-40B4-BE49-F238E27FC236}">
                    <a16:creationId xmlns:a16="http://schemas.microsoft.com/office/drawing/2014/main" id="{7BD26EFE-252D-69F3-445D-94B27682D451}"/>
                  </a:ext>
                </a:extLst>
              </p:cNvPr>
              <p:cNvSpPr/>
              <p:nvPr/>
            </p:nvSpPr>
            <p:spPr>
              <a:xfrm>
                <a:off x="526681" y="355400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0" name="Picture 6" descr="Linus | LinkedIn">
                <a:extLst>
                  <a:ext uri="{FF2B5EF4-FFF2-40B4-BE49-F238E27FC236}">
                    <a16:creationId xmlns:a16="http://schemas.microsoft.com/office/drawing/2014/main" id="{BD496705-5632-8408-8900-FA215DE59990}"/>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t="27723" b="27974"/>
              <a:stretch/>
            </p:blipFill>
            <p:spPr bwMode="auto">
              <a:xfrm>
                <a:off x="677262" y="3749544"/>
                <a:ext cx="750501" cy="332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Agrupar 55">
              <a:extLst>
                <a:ext uri="{FF2B5EF4-FFF2-40B4-BE49-F238E27FC236}">
                  <a16:creationId xmlns:a16="http://schemas.microsoft.com/office/drawing/2014/main" id="{F145D62F-2026-3E2D-5104-E55952369E50}"/>
                </a:ext>
              </a:extLst>
            </p:cNvPr>
            <p:cNvGrpSpPr/>
            <p:nvPr/>
          </p:nvGrpSpPr>
          <p:grpSpPr>
            <a:xfrm>
              <a:off x="4950887" y="2870407"/>
              <a:ext cx="1051663" cy="723575"/>
              <a:chOff x="1777170" y="3536562"/>
              <a:chExt cx="1051663" cy="723575"/>
            </a:xfrm>
          </p:grpSpPr>
          <p:sp>
            <p:nvSpPr>
              <p:cNvPr id="55" name="Retângulo: Cantos Arredondados 54">
                <a:extLst>
                  <a:ext uri="{FF2B5EF4-FFF2-40B4-BE49-F238E27FC236}">
                    <a16:creationId xmlns:a16="http://schemas.microsoft.com/office/drawing/2014/main" id="{85F2BB22-8C66-A955-E10D-976DE7330783}"/>
                  </a:ext>
                </a:extLst>
              </p:cNvPr>
              <p:cNvSpPr/>
              <p:nvPr/>
            </p:nvSpPr>
            <p:spPr>
              <a:xfrm>
                <a:off x="1777170" y="353656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4">
                <a:extLst>
                  <a:ext uri="{FF2B5EF4-FFF2-40B4-BE49-F238E27FC236}">
                    <a16:creationId xmlns:a16="http://schemas.microsoft.com/office/drawing/2014/main" id="{ED8980CF-C9B0-3C47-8297-162541824EA4}"/>
                  </a:ext>
                </a:extLst>
              </p:cNvPr>
              <p:cNvPicPr>
                <a:picLocks noChangeAspect="1" noChangeArrowheads="1"/>
              </p:cNvPicPr>
              <p:nvPr/>
            </p:nvPicPr>
            <p:blipFill>
              <a:blip r:embed="rId23"/>
              <a:srcRect/>
              <a:stretch/>
            </p:blipFill>
            <p:spPr bwMode="auto">
              <a:xfrm>
                <a:off x="1835975" y="3574709"/>
                <a:ext cx="934052" cy="647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Agrupar 51">
              <a:extLst>
                <a:ext uri="{FF2B5EF4-FFF2-40B4-BE49-F238E27FC236}">
                  <a16:creationId xmlns:a16="http://schemas.microsoft.com/office/drawing/2014/main" id="{283C6EB7-9822-B84A-6171-887E16CD5032}"/>
                </a:ext>
              </a:extLst>
            </p:cNvPr>
            <p:cNvGrpSpPr/>
            <p:nvPr/>
          </p:nvGrpSpPr>
          <p:grpSpPr>
            <a:xfrm>
              <a:off x="2435165" y="2870407"/>
              <a:ext cx="1051663" cy="723575"/>
              <a:chOff x="10582982" y="2517600"/>
              <a:chExt cx="1051663" cy="723575"/>
            </a:xfrm>
          </p:grpSpPr>
          <p:sp>
            <p:nvSpPr>
              <p:cNvPr id="51" name="Retângulo: Cantos Arredondados 50">
                <a:extLst>
                  <a:ext uri="{FF2B5EF4-FFF2-40B4-BE49-F238E27FC236}">
                    <a16:creationId xmlns:a16="http://schemas.microsoft.com/office/drawing/2014/main" id="{CAD8E120-2F38-D868-6661-AC0EAC55496C}"/>
                  </a:ext>
                </a:extLst>
              </p:cNvPr>
              <p:cNvSpPr/>
              <p:nvPr/>
            </p:nvSpPr>
            <p:spPr>
              <a:xfrm>
                <a:off x="10582982" y="251760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3" name="Imagem 1042">
                <a:extLst>
                  <a:ext uri="{FF2B5EF4-FFF2-40B4-BE49-F238E27FC236}">
                    <a16:creationId xmlns:a16="http://schemas.microsoft.com/office/drawing/2014/main" id="{D5378E01-FCB5-A4A5-BE1B-F39C96C01958}"/>
                  </a:ext>
                </a:extLst>
              </p:cNvPr>
              <p:cNvPicPr>
                <a:picLocks noChangeAspect="1"/>
              </p:cNvPicPr>
              <p:nvPr/>
            </p:nvPicPr>
            <p:blipFill>
              <a:blip r:embed="rId24"/>
              <a:stretch>
                <a:fillRect/>
              </a:stretch>
            </p:blipFill>
            <p:spPr>
              <a:xfrm>
                <a:off x="10617309" y="2783978"/>
                <a:ext cx="983009" cy="190819"/>
              </a:xfrm>
              <a:prstGeom prst="rect">
                <a:avLst/>
              </a:prstGeom>
            </p:spPr>
          </p:pic>
        </p:grpSp>
        <p:grpSp>
          <p:nvGrpSpPr>
            <p:cNvPr id="58" name="Agrupar 57">
              <a:extLst>
                <a:ext uri="{FF2B5EF4-FFF2-40B4-BE49-F238E27FC236}">
                  <a16:creationId xmlns:a16="http://schemas.microsoft.com/office/drawing/2014/main" id="{78324F4C-AAA1-A76A-61A4-7774BE530CE5}"/>
                </a:ext>
              </a:extLst>
            </p:cNvPr>
            <p:cNvGrpSpPr/>
            <p:nvPr/>
          </p:nvGrpSpPr>
          <p:grpSpPr>
            <a:xfrm>
              <a:off x="6208748" y="2870407"/>
              <a:ext cx="1051663" cy="723575"/>
              <a:chOff x="3004007" y="3518716"/>
              <a:chExt cx="1051663" cy="723575"/>
            </a:xfrm>
          </p:grpSpPr>
          <p:sp>
            <p:nvSpPr>
              <p:cNvPr id="57" name="Retângulo: Cantos Arredondados 56">
                <a:extLst>
                  <a:ext uri="{FF2B5EF4-FFF2-40B4-BE49-F238E27FC236}">
                    <a16:creationId xmlns:a16="http://schemas.microsoft.com/office/drawing/2014/main" id="{1DD76C76-2747-5FE4-61BB-A7B40ACD3BD8}"/>
                  </a:ext>
                </a:extLst>
              </p:cNvPr>
              <p:cNvSpPr/>
              <p:nvPr/>
            </p:nvSpPr>
            <p:spPr>
              <a:xfrm>
                <a:off x="3004007" y="351871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6" name="Imagem 1055">
                <a:extLst>
                  <a:ext uri="{FF2B5EF4-FFF2-40B4-BE49-F238E27FC236}">
                    <a16:creationId xmlns:a16="http://schemas.microsoft.com/office/drawing/2014/main" id="{0AFA66BC-C124-4DA8-C9B8-C9DBF8EDA125}"/>
                  </a:ext>
                </a:extLst>
              </p:cNvPr>
              <p:cNvPicPr>
                <a:picLocks noChangeAspect="1"/>
              </p:cNvPicPr>
              <p:nvPr/>
            </p:nvPicPr>
            <p:blipFill>
              <a:blip r:embed="rId25">
                <a:clrChange>
                  <a:clrFrom>
                    <a:srgbClr val="FFFFFF"/>
                  </a:clrFrom>
                  <a:clrTo>
                    <a:srgbClr val="FFFFFF">
                      <a:alpha val="0"/>
                    </a:srgbClr>
                  </a:clrTo>
                </a:clrChange>
              </a:blip>
              <a:stretch>
                <a:fillRect/>
              </a:stretch>
            </p:blipFill>
            <p:spPr>
              <a:xfrm>
                <a:off x="3047702" y="3593873"/>
                <a:ext cx="964272" cy="573261"/>
              </a:xfrm>
              <a:prstGeom prst="rect">
                <a:avLst/>
              </a:prstGeom>
            </p:spPr>
          </p:pic>
        </p:grpSp>
        <p:grpSp>
          <p:nvGrpSpPr>
            <p:cNvPr id="61" name="Agrupar 60">
              <a:extLst>
                <a:ext uri="{FF2B5EF4-FFF2-40B4-BE49-F238E27FC236}">
                  <a16:creationId xmlns:a16="http://schemas.microsoft.com/office/drawing/2014/main" id="{168E2424-C2AF-5672-6D11-EA9F6F727602}"/>
                </a:ext>
              </a:extLst>
            </p:cNvPr>
            <p:cNvGrpSpPr/>
            <p:nvPr/>
          </p:nvGrpSpPr>
          <p:grpSpPr>
            <a:xfrm>
              <a:off x="7466609" y="2870407"/>
              <a:ext cx="1051663" cy="723575"/>
              <a:chOff x="4223457" y="3528567"/>
              <a:chExt cx="1051663" cy="723575"/>
            </a:xfrm>
          </p:grpSpPr>
          <p:sp>
            <p:nvSpPr>
              <p:cNvPr id="59" name="Retângulo: Cantos Arredondados 58">
                <a:extLst>
                  <a:ext uri="{FF2B5EF4-FFF2-40B4-BE49-F238E27FC236}">
                    <a16:creationId xmlns:a16="http://schemas.microsoft.com/office/drawing/2014/main" id="{786FE9BF-3D9C-4A99-6E42-9B1DB1C8758F}"/>
                  </a:ext>
                </a:extLst>
              </p:cNvPr>
              <p:cNvSpPr/>
              <p:nvPr/>
            </p:nvSpPr>
            <p:spPr>
              <a:xfrm>
                <a:off x="4223457" y="3528567"/>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7" name="Google Shape;137;p17">
                <a:extLst>
                  <a:ext uri="{FF2B5EF4-FFF2-40B4-BE49-F238E27FC236}">
                    <a16:creationId xmlns:a16="http://schemas.microsoft.com/office/drawing/2014/main" id="{14F11B4D-B298-27C9-5013-B40F01EF5EB9}"/>
                  </a:ext>
                </a:extLst>
              </p:cNvPr>
              <p:cNvPicPr preferRelativeResize="0"/>
              <p:nvPr/>
            </p:nvPicPr>
            <p:blipFill rotWithShape="1">
              <a:blip r:embed="rId26">
                <a:clrChange>
                  <a:clrFrom>
                    <a:srgbClr val="FFFFFF"/>
                  </a:clrFrom>
                  <a:clrTo>
                    <a:srgbClr val="FFFFFF">
                      <a:alpha val="0"/>
                    </a:srgbClr>
                  </a:clrTo>
                </a:clrChange>
                <a:alphaModFix/>
              </a:blip>
              <a:srcRect l="20343" r="22479"/>
              <a:stretch/>
            </p:blipFill>
            <p:spPr>
              <a:xfrm>
                <a:off x="4267152" y="3572452"/>
                <a:ext cx="964273" cy="635805"/>
              </a:xfrm>
              <a:prstGeom prst="rect">
                <a:avLst/>
              </a:prstGeom>
              <a:noFill/>
              <a:ln>
                <a:noFill/>
              </a:ln>
            </p:spPr>
          </p:pic>
        </p:grpSp>
        <p:grpSp>
          <p:nvGrpSpPr>
            <p:cNvPr id="3137" name="Agrupar 3136">
              <a:extLst>
                <a:ext uri="{FF2B5EF4-FFF2-40B4-BE49-F238E27FC236}">
                  <a16:creationId xmlns:a16="http://schemas.microsoft.com/office/drawing/2014/main" id="{D2B66206-2FFE-9823-9E36-75F6F045CF8F}"/>
                </a:ext>
              </a:extLst>
            </p:cNvPr>
            <p:cNvGrpSpPr/>
            <p:nvPr/>
          </p:nvGrpSpPr>
          <p:grpSpPr>
            <a:xfrm>
              <a:off x="9982333" y="2870407"/>
              <a:ext cx="1051663" cy="723575"/>
              <a:chOff x="6825245" y="3573369"/>
              <a:chExt cx="1051663" cy="723575"/>
            </a:xfrm>
          </p:grpSpPr>
          <p:sp>
            <p:nvSpPr>
              <p:cNvPr id="3136" name="Retângulo: Cantos Arredondados 3135">
                <a:extLst>
                  <a:ext uri="{FF2B5EF4-FFF2-40B4-BE49-F238E27FC236}">
                    <a16:creationId xmlns:a16="http://schemas.microsoft.com/office/drawing/2014/main" id="{73D1771B-6918-B8CF-FBA4-4B8A5F5934C2}"/>
                  </a:ext>
                </a:extLst>
              </p:cNvPr>
              <p:cNvSpPr/>
              <p:nvPr/>
            </p:nvSpPr>
            <p:spPr>
              <a:xfrm>
                <a:off x="6825245" y="357336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9" name="Imagem 1058">
                <a:extLst>
                  <a:ext uri="{FF2B5EF4-FFF2-40B4-BE49-F238E27FC236}">
                    <a16:creationId xmlns:a16="http://schemas.microsoft.com/office/drawing/2014/main" id="{1C8EC102-09F6-52EE-511C-B2C7DC8EBD36}"/>
                  </a:ext>
                </a:extLst>
              </p:cNvPr>
              <p:cNvPicPr>
                <a:picLocks noChangeAspect="1"/>
              </p:cNvPicPr>
              <p:nvPr/>
            </p:nvPicPr>
            <p:blipFill rotWithShape="1">
              <a:blip r:embed="rId27">
                <a:clrChange>
                  <a:clrFrom>
                    <a:srgbClr val="FFFFFF"/>
                  </a:clrFrom>
                  <a:clrTo>
                    <a:srgbClr val="FFFFFF">
                      <a:alpha val="0"/>
                    </a:srgbClr>
                  </a:clrTo>
                </a:clrChange>
              </a:blip>
              <a:srcRect l="1982" r="-1"/>
              <a:stretch/>
            </p:blipFill>
            <p:spPr>
              <a:xfrm>
                <a:off x="7072458" y="3638567"/>
                <a:ext cx="581421" cy="593179"/>
              </a:xfrm>
              <a:prstGeom prst="rect">
                <a:avLst/>
              </a:prstGeom>
            </p:spPr>
          </p:pic>
        </p:grpSp>
        <p:grpSp>
          <p:nvGrpSpPr>
            <p:cNvPr id="63" name="Agrupar 62">
              <a:extLst>
                <a:ext uri="{FF2B5EF4-FFF2-40B4-BE49-F238E27FC236}">
                  <a16:creationId xmlns:a16="http://schemas.microsoft.com/office/drawing/2014/main" id="{29E478F6-B1EC-F44B-A788-1AC813E7A5E1}"/>
                </a:ext>
              </a:extLst>
            </p:cNvPr>
            <p:cNvGrpSpPr/>
            <p:nvPr/>
          </p:nvGrpSpPr>
          <p:grpSpPr>
            <a:xfrm>
              <a:off x="8724470" y="2870407"/>
              <a:ext cx="1051663" cy="723575"/>
              <a:chOff x="5606515" y="3573369"/>
              <a:chExt cx="1051663" cy="723575"/>
            </a:xfrm>
          </p:grpSpPr>
          <p:sp>
            <p:nvSpPr>
              <p:cNvPr id="62" name="Retângulo: Cantos Arredondados 61">
                <a:extLst>
                  <a:ext uri="{FF2B5EF4-FFF2-40B4-BE49-F238E27FC236}">
                    <a16:creationId xmlns:a16="http://schemas.microsoft.com/office/drawing/2014/main" id="{45E56EFA-81AE-063D-0248-9F616A061610}"/>
                  </a:ext>
                </a:extLst>
              </p:cNvPr>
              <p:cNvSpPr/>
              <p:nvPr/>
            </p:nvSpPr>
            <p:spPr>
              <a:xfrm>
                <a:off x="5606515" y="357336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Picture 2" descr="CABANA BURGER">
                <a:extLst>
                  <a:ext uri="{FF2B5EF4-FFF2-40B4-BE49-F238E27FC236}">
                    <a16:creationId xmlns:a16="http://schemas.microsoft.com/office/drawing/2014/main" id="{66C5F029-1F5C-533C-CB5D-04B4BA78C8BA}"/>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l="8053" t="34990" r="5700" b="35747"/>
              <a:stretch/>
            </p:blipFill>
            <p:spPr bwMode="auto">
              <a:xfrm>
                <a:off x="5665277" y="3776680"/>
                <a:ext cx="934138" cy="31695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157" name="Agrupar 3156">
            <a:extLst>
              <a:ext uri="{FF2B5EF4-FFF2-40B4-BE49-F238E27FC236}">
                <a16:creationId xmlns:a16="http://schemas.microsoft.com/office/drawing/2014/main" id="{BBA28D33-AC54-DB22-E411-468498541F63}"/>
              </a:ext>
            </a:extLst>
          </p:cNvPr>
          <p:cNvGrpSpPr/>
          <p:nvPr/>
        </p:nvGrpSpPr>
        <p:grpSpPr>
          <a:xfrm>
            <a:off x="1226881" y="5728189"/>
            <a:ext cx="1051663" cy="723575"/>
            <a:chOff x="3232657" y="5425116"/>
            <a:chExt cx="1051663" cy="723575"/>
          </a:xfrm>
        </p:grpSpPr>
        <p:sp>
          <p:nvSpPr>
            <p:cNvPr id="3156" name="Retângulo: Cantos Arredondados 3155">
              <a:extLst>
                <a:ext uri="{FF2B5EF4-FFF2-40B4-BE49-F238E27FC236}">
                  <a16:creationId xmlns:a16="http://schemas.microsoft.com/office/drawing/2014/main" id="{D1881AE2-B0B3-D9A0-A36D-9CD32DEA2E41}"/>
                </a:ext>
              </a:extLst>
            </p:cNvPr>
            <p:cNvSpPr/>
            <p:nvPr/>
          </p:nvSpPr>
          <p:spPr>
            <a:xfrm>
              <a:off x="3232657" y="542511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5" name="Google Shape;134;p17">
              <a:extLst>
                <a:ext uri="{FF2B5EF4-FFF2-40B4-BE49-F238E27FC236}">
                  <a16:creationId xmlns:a16="http://schemas.microsoft.com/office/drawing/2014/main" id="{DAE55AA0-2F35-1B99-EA6C-B58D23BC10BD}"/>
                </a:ext>
              </a:extLst>
            </p:cNvPr>
            <p:cNvPicPr preferRelativeResize="0"/>
            <p:nvPr/>
          </p:nvPicPr>
          <p:blipFill rotWithShape="1">
            <a:blip r:embed="rId29">
              <a:clrChange>
                <a:clrFrom>
                  <a:srgbClr val="FFFFFF"/>
                </a:clrFrom>
                <a:clrTo>
                  <a:srgbClr val="FFFFFF">
                    <a:alpha val="0"/>
                  </a:srgbClr>
                </a:clrTo>
              </a:clrChange>
              <a:alphaModFix/>
            </a:blip>
            <a:srcRect l="10649" r="8546"/>
            <a:stretch/>
          </p:blipFill>
          <p:spPr>
            <a:xfrm>
              <a:off x="3302726" y="5572783"/>
              <a:ext cx="911524" cy="428240"/>
            </a:xfrm>
            <a:prstGeom prst="rect">
              <a:avLst/>
            </a:prstGeom>
            <a:noFill/>
            <a:ln>
              <a:noFill/>
            </a:ln>
          </p:spPr>
        </p:pic>
      </p:grpSp>
      <p:grpSp>
        <p:nvGrpSpPr>
          <p:cNvPr id="3182" name="Agrupar 3181">
            <a:extLst>
              <a:ext uri="{FF2B5EF4-FFF2-40B4-BE49-F238E27FC236}">
                <a16:creationId xmlns:a16="http://schemas.microsoft.com/office/drawing/2014/main" id="{6C6AB20B-F415-2A0E-0042-4F765287B1E3}"/>
              </a:ext>
            </a:extLst>
          </p:cNvPr>
          <p:cNvGrpSpPr/>
          <p:nvPr/>
        </p:nvGrpSpPr>
        <p:grpSpPr>
          <a:xfrm>
            <a:off x="3742603" y="5728189"/>
            <a:ext cx="1051663" cy="723575"/>
            <a:chOff x="8066402" y="4658719"/>
            <a:chExt cx="1051663" cy="723575"/>
          </a:xfrm>
        </p:grpSpPr>
        <p:sp>
          <p:nvSpPr>
            <p:cNvPr id="3175" name="Retângulo: Cantos Arredondados 3174">
              <a:extLst>
                <a:ext uri="{FF2B5EF4-FFF2-40B4-BE49-F238E27FC236}">
                  <a16:creationId xmlns:a16="http://schemas.microsoft.com/office/drawing/2014/main" id="{386C47A8-8DB8-7E41-07F7-9A5F41559F1C}"/>
                </a:ext>
              </a:extLst>
            </p:cNvPr>
            <p:cNvSpPr/>
            <p:nvPr/>
          </p:nvSpPr>
          <p:spPr>
            <a:xfrm>
              <a:off x="8066402" y="465871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8" name="Google Shape;110;p17" descr="Logotipo&#10;&#10;Descrição gerada automaticamente">
              <a:extLst>
                <a:ext uri="{FF2B5EF4-FFF2-40B4-BE49-F238E27FC236}">
                  <a16:creationId xmlns:a16="http://schemas.microsoft.com/office/drawing/2014/main" id="{E7A8E0CB-9743-8326-5568-9423E7C58C29}"/>
                </a:ext>
              </a:extLst>
            </p:cNvPr>
            <p:cNvPicPr preferRelativeResize="0"/>
            <p:nvPr/>
          </p:nvPicPr>
          <p:blipFill rotWithShape="1">
            <a:blip r:embed="rId30">
              <a:alphaModFix/>
            </a:blip>
            <a:srcRect/>
            <a:stretch/>
          </p:blipFill>
          <p:spPr>
            <a:xfrm>
              <a:off x="8235343" y="4879762"/>
              <a:ext cx="713780" cy="281488"/>
            </a:xfrm>
            <a:prstGeom prst="rect">
              <a:avLst/>
            </a:prstGeom>
            <a:noFill/>
            <a:ln>
              <a:noFill/>
            </a:ln>
          </p:spPr>
        </p:pic>
      </p:grpSp>
      <p:grpSp>
        <p:nvGrpSpPr>
          <p:cNvPr id="3184" name="Agrupar 3183">
            <a:extLst>
              <a:ext uri="{FF2B5EF4-FFF2-40B4-BE49-F238E27FC236}">
                <a16:creationId xmlns:a16="http://schemas.microsoft.com/office/drawing/2014/main" id="{ACFAA87F-1A4D-7D2A-0686-48F760397D36}"/>
              </a:ext>
            </a:extLst>
          </p:cNvPr>
          <p:cNvGrpSpPr/>
          <p:nvPr/>
        </p:nvGrpSpPr>
        <p:grpSpPr>
          <a:xfrm>
            <a:off x="5000464" y="5728189"/>
            <a:ext cx="1051663" cy="723575"/>
            <a:chOff x="9344860" y="4657833"/>
            <a:chExt cx="1051663" cy="723575"/>
          </a:xfrm>
        </p:grpSpPr>
        <p:sp>
          <p:nvSpPr>
            <p:cNvPr id="3177" name="Retângulo: Cantos Arredondados 3176">
              <a:extLst>
                <a:ext uri="{FF2B5EF4-FFF2-40B4-BE49-F238E27FC236}">
                  <a16:creationId xmlns:a16="http://schemas.microsoft.com/office/drawing/2014/main" id="{2C44DA83-0EA8-B65A-7181-CE5F5DD6C81E}"/>
                </a:ext>
              </a:extLst>
            </p:cNvPr>
            <p:cNvSpPr/>
            <p:nvPr/>
          </p:nvSpPr>
          <p:spPr>
            <a:xfrm>
              <a:off x="9344860" y="4657833"/>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0" name="Google Shape;107;p17" descr="Logotipo&#10;&#10;Descrição gerada automaticamente">
              <a:extLst>
                <a:ext uri="{FF2B5EF4-FFF2-40B4-BE49-F238E27FC236}">
                  <a16:creationId xmlns:a16="http://schemas.microsoft.com/office/drawing/2014/main" id="{F82910E8-4DE3-CD1E-F6E8-B9ED541E94D7}"/>
                </a:ext>
              </a:extLst>
            </p:cNvPr>
            <p:cNvPicPr preferRelativeResize="0"/>
            <p:nvPr/>
          </p:nvPicPr>
          <p:blipFill rotWithShape="1">
            <a:blip r:embed="rId31">
              <a:alphaModFix/>
            </a:blip>
            <a:srcRect/>
            <a:stretch/>
          </p:blipFill>
          <p:spPr>
            <a:xfrm>
              <a:off x="9480214" y="4804298"/>
              <a:ext cx="780955" cy="430644"/>
            </a:xfrm>
            <a:prstGeom prst="rect">
              <a:avLst/>
            </a:prstGeom>
            <a:noFill/>
            <a:ln>
              <a:noFill/>
            </a:ln>
          </p:spPr>
        </p:pic>
      </p:grpSp>
      <p:grpSp>
        <p:nvGrpSpPr>
          <p:cNvPr id="3181" name="Agrupar 3180">
            <a:extLst>
              <a:ext uri="{FF2B5EF4-FFF2-40B4-BE49-F238E27FC236}">
                <a16:creationId xmlns:a16="http://schemas.microsoft.com/office/drawing/2014/main" id="{E10F3125-7B01-8964-990D-B1CF696A5AA0}"/>
              </a:ext>
            </a:extLst>
          </p:cNvPr>
          <p:cNvGrpSpPr/>
          <p:nvPr/>
        </p:nvGrpSpPr>
        <p:grpSpPr>
          <a:xfrm>
            <a:off x="2484742" y="5728189"/>
            <a:ext cx="1051663" cy="723575"/>
            <a:chOff x="6791316" y="4673750"/>
            <a:chExt cx="1051663" cy="723575"/>
          </a:xfrm>
        </p:grpSpPr>
        <p:sp>
          <p:nvSpPr>
            <p:cNvPr id="3174" name="Retângulo: Cantos Arredondados 3173">
              <a:extLst>
                <a:ext uri="{FF2B5EF4-FFF2-40B4-BE49-F238E27FC236}">
                  <a16:creationId xmlns:a16="http://schemas.microsoft.com/office/drawing/2014/main" id="{F3FDE792-4553-0F06-FC8B-BA24563F4494}"/>
                </a:ext>
              </a:extLst>
            </p:cNvPr>
            <p:cNvSpPr/>
            <p:nvPr/>
          </p:nvSpPr>
          <p:spPr>
            <a:xfrm>
              <a:off x="6791316" y="467375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1" name="Imagem 1080">
              <a:extLst>
                <a:ext uri="{FF2B5EF4-FFF2-40B4-BE49-F238E27FC236}">
                  <a16:creationId xmlns:a16="http://schemas.microsoft.com/office/drawing/2014/main" id="{46E24055-BA56-081B-4C44-3CD68453619B}"/>
                </a:ext>
              </a:extLst>
            </p:cNvPr>
            <p:cNvPicPr>
              <a:picLocks noChangeAspect="1"/>
            </p:cNvPicPr>
            <p:nvPr/>
          </p:nvPicPr>
          <p:blipFill>
            <a:blip r:embed="rId32">
              <a:clrChange>
                <a:clrFrom>
                  <a:srgbClr val="FFFFFF"/>
                </a:clrFrom>
                <a:clrTo>
                  <a:srgbClr val="FFFFFF">
                    <a:alpha val="0"/>
                  </a:srgbClr>
                </a:clrTo>
              </a:clrChange>
            </a:blip>
            <a:stretch>
              <a:fillRect/>
            </a:stretch>
          </p:blipFill>
          <p:spPr>
            <a:xfrm>
              <a:off x="6831240" y="4869027"/>
              <a:ext cx="971815" cy="333021"/>
            </a:xfrm>
            <a:prstGeom prst="rect">
              <a:avLst/>
            </a:prstGeom>
          </p:spPr>
        </p:pic>
      </p:grpSp>
      <p:grpSp>
        <p:nvGrpSpPr>
          <p:cNvPr id="3185" name="Agrupar 3184">
            <a:extLst>
              <a:ext uri="{FF2B5EF4-FFF2-40B4-BE49-F238E27FC236}">
                <a16:creationId xmlns:a16="http://schemas.microsoft.com/office/drawing/2014/main" id="{EF292A96-1C31-EAB9-625A-A43CD74D9387}"/>
              </a:ext>
            </a:extLst>
          </p:cNvPr>
          <p:cNvGrpSpPr/>
          <p:nvPr/>
        </p:nvGrpSpPr>
        <p:grpSpPr>
          <a:xfrm>
            <a:off x="6258325" y="5728189"/>
            <a:ext cx="1051663" cy="723575"/>
            <a:chOff x="10728324" y="4687451"/>
            <a:chExt cx="1051663" cy="723575"/>
          </a:xfrm>
        </p:grpSpPr>
        <p:sp>
          <p:nvSpPr>
            <p:cNvPr id="3173" name="Retângulo: Cantos Arredondados 3172">
              <a:extLst>
                <a:ext uri="{FF2B5EF4-FFF2-40B4-BE49-F238E27FC236}">
                  <a16:creationId xmlns:a16="http://schemas.microsoft.com/office/drawing/2014/main" id="{3466A1F7-D01B-5501-58D5-2C02F8B20F4A}"/>
                </a:ext>
              </a:extLst>
            </p:cNvPr>
            <p:cNvSpPr/>
            <p:nvPr/>
          </p:nvSpPr>
          <p:spPr>
            <a:xfrm>
              <a:off x="10728324" y="468745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2" name="Picture 10" descr="Saripan">
              <a:extLst>
                <a:ext uri="{FF2B5EF4-FFF2-40B4-BE49-F238E27FC236}">
                  <a16:creationId xmlns:a16="http://schemas.microsoft.com/office/drawing/2014/main" id="{2E4D075C-4C25-FBC8-B2E1-C15B7C77FD0A}"/>
                </a:ext>
              </a:extLst>
            </p:cNvPr>
            <p:cNvPicPr>
              <a:picLocks noChangeAspect="1" noChangeArrowheads="1"/>
            </p:cNvPicPr>
            <p:nvPr/>
          </p:nvPicPr>
          <p:blipFill>
            <a:blip r:embed="rId3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59724" y="4920529"/>
              <a:ext cx="788862" cy="25741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87" name="Agrupar 3186">
            <a:extLst>
              <a:ext uri="{FF2B5EF4-FFF2-40B4-BE49-F238E27FC236}">
                <a16:creationId xmlns:a16="http://schemas.microsoft.com/office/drawing/2014/main" id="{070D8E93-CE54-79CB-2372-76E7432F2E06}"/>
              </a:ext>
            </a:extLst>
          </p:cNvPr>
          <p:cNvGrpSpPr/>
          <p:nvPr/>
        </p:nvGrpSpPr>
        <p:grpSpPr>
          <a:xfrm>
            <a:off x="7516186" y="5728189"/>
            <a:ext cx="1051663" cy="723575"/>
            <a:chOff x="601293" y="5529035"/>
            <a:chExt cx="1051663" cy="723575"/>
          </a:xfrm>
        </p:grpSpPr>
        <p:sp>
          <p:nvSpPr>
            <p:cNvPr id="3186" name="Retângulo: Cantos Arredondados 3185">
              <a:extLst>
                <a:ext uri="{FF2B5EF4-FFF2-40B4-BE49-F238E27FC236}">
                  <a16:creationId xmlns:a16="http://schemas.microsoft.com/office/drawing/2014/main" id="{9066025D-E5EE-E188-C920-D03FB08B1355}"/>
                </a:ext>
              </a:extLst>
            </p:cNvPr>
            <p:cNvSpPr/>
            <p:nvPr/>
          </p:nvSpPr>
          <p:spPr>
            <a:xfrm>
              <a:off x="601293" y="552903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7" name="Google Shape;131;p17">
              <a:extLst>
                <a:ext uri="{FF2B5EF4-FFF2-40B4-BE49-F238E27FC236}">
                  <a16:creationId xmlns:a16="http://schemas.microsoft.com/office/drawing/2014/main" id="{C028FB4A-E3A3-7196-11DB-AD869972DA09}"/>
                </a:ext>
              </a:extLst>
            </p:cNvPr>
            <p:cNvPicPr preferRelativeResize="0"/>
            <p:nvPr/>
          </p:nvPicPr>
          <p:blipFill>
            <a:blip r:embed="rId34">
              <a:alphaModFix/>
            </a:blip>
            <a:stretch>
              <a:fillRect/>
            </a:stretch>
          </p:blipFill>
          <p:spPr>
            <a:xfrm>
              <a:off x="693381" y="5624744"/>
              <a:ext cx="867486" cy="532157"/>
            </a:xfrm>
            <a:prstGeom prst="rect">
              <a:avLst/>
            </a:prstGeom>
            <a:noFill/>
            <a:ln>
              <a:noFill/>
            </a:ln>
          </p:spPr>
        </p:pic>
      </p:grpSp>
      <p:grpSp>
        <p:nvGrpSpPr>
          <p:cNvPr id="3192" name="Agrupar 3191">
            <a:extLst>
              <a:ext uri="{FF2B5EF4-FFF2-40B4-BE49-F238E27FC236}">
                <a16:creationId xmlns:a16="http://schemas.microsoft.com/office/drawing/2014/main" id="{E645568A-0CA3-43D6-3993-ABDE04C6194B}"/>
              </a:ext>
            </a:extLst>
          </p:cNvPr>
          <p:cNvGrpSpPr/>
          <p:nvPr/>
        </p:nvGrpSpPr>
        <p:grpSpPr>
          <a:xfrm>
            <a:off x="10031910" y="5728189"/>
            <a:ext cx="1051663" cy="723575"/>
            <a:chOff x="3138450" y="5529035"/>
            <a:chExt cx="1051663" cy="723575"/>
          </a:xfrm>
        </p:grpSpPr>
        <p:sp>
          <p:nvSpPr>
            <p:cNvPr id="3189" name="Retângulo: Cantos Arredondados 3188">
              <a:extLst>
                <a:ext uri="{FF2B5EF4-FFF2-40B4-BE49-F238E27FC236}">
                  <a16:creationId xmlns:a16="http://schemas.microsoft.com/office/drawing/2014/main" id="{34145FAA-E449-B3F2-00BC-3024380525E1}"/>
                </a:ext>
              </a:extLst>
            </p:cNvPr>
            <p:cNvSpPr/>
            <p:nvPr/>
          </p:nvSpPr>
          <p:spPr>
            <a:xfrm>
              <a:off x="3138450" y="552903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6" name="Google Shape;146;p17">
              <a:extLst>
                <a:ext uri="{FF2B5EF4-FFF2-40B4-BE49-F238E27FC236}">
                  <a16:creationId xmlns:a16="http://schemas.microsoft.com/office/drawing/2014/main" id="{042A1920-ECE0-F375-61F2-EFE0A2168C52}"/>
                </a:ext>
              </a:extLst>
            </p:cNvPr>
            <p:cNvPicPr preferRelativeResize="0"/>
            <p:nvPr/>
          </p:nvPicPr>
          <p:blipFill>
            <a:blip r:embed="rId35">
              <a:alphaModFix/>
            </a:blip>
            <a:stretch>
              <a:fillRect/>
            </a:stretch>
          </p:blipFill>
          <p:spPr>
            <a:xfrm>
              <a:off x="3269851" y="5720009"/>
              <a:ext cx="788861" cy="341627"/>
            </a:xfrm>
            <a:prstGeom prst="rect">
              <a:avLst/>
            </a:prstGeom>
            <a:noFill/>
            <a:ln>
              <a:noFill/>
            </a:ln>
          </p:spPr>
        </p:pic>
      </p:grpSp>
      <p:sp>
        <p:nvSpPr>
          <p:cNvPr id="3188" name="Retângulo: Cantos Arredondados 3187">
            <a:extLst>
              <a:ext uri="{FF2B5EF4-FFF2-40B4-BE49-F238E27FC236}">
                <a16:creationId xmlns:a16="http://schemas.microsoft.com/office/drawing/2014/main" id="{B0475A77-2567-356B-D453-0A3E37784BBA}"/>
              </a:ext>
            </a:extLst>
          </p:cNvPr>
          <p:cNvSpPr/>
          <p:nvPr/>
        </p:nvSpPr>
        <p:spPr>
          <a:xfrm>
            <a:off x="8774047" y="572818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Forma Livre: Forma 6">
            <a:extLst>
              <a:ext uri="{FF2B5EF4-FFF2-40B4-BE49-F238E27FC236}">
                <a16:creationId xmlns:a16="http://schemas.microsoft.com/office/drawing/2014/main" id="{47EE5A7C-5EFC-E8A2-2BE8-7D9D9EC271BE}"/>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1" name="Imagem 30" descr="Texto&#10;&#10;Descrição gerada automaticamente">
            <a:extLst>
              <a:ext uri="{FF2B5EF4-FFF2-40B4-BE49-F238E27FC236}">
                <a16:creationId xmlns:a16="http://schemas.microsoft.com/office/drawing/2014/main" id="{BBC0D031-3A41-6876-B4A4-3F5E7D0406CE}"/>
              </a:ext>
            </a:extLst>
          </p:cNvPr>
          <p:cNvPicPr>
            <a:picLocks noChangeAspect="1"/>
          </p:cNvPicPr>
          <p:nvPr/>
        </p:nvPicPr>
        <p:blipFill rotWithShape="1">
          <a:blip r:embed="rId36"/>
          <a:srcRect r="43475"/>
          <a:stretch/>
        </p:blipFill>
        <p:spPr>
          <a:xfrm>
            <a:off x="10952037" y="6578385"/>
            <a:ext cx="958036" cy="233896"/>
          </a:xfrm>
          <a:prstGeom prst="rect">
            <a:avLst/>
          </a:prstGeom>
        </p:spPr>
      </p:pic>
      <p:pic>
        <p:nvPicPr>
          <p:cNvPr id="10" name="Imagem 9" descr="Logotipo, nome da empresa&#10;&#10;Descrição gerada automaticamente">
            <a:extLst>
              <a:ext uri="{FF2B5EF4-FFF2-40B4-BE49-F238E27FC236}">
                <a16:creationId xmlns:a16="http://schemas.microsoft.com/office/drawing/2014/main" id="{FDA56363-39F5-0ECA-4462-3DAE057F2200}"/>
              </a:ext>
            </a:extLst>
          </p:cNvPr>
          <p:cNvPicPr>
            <a:picLocks noChangeAspect="1"/>
          </p:cNvPicPr>
          <p:nvPr/>
        </p:nvPicPr>
        <p:blipFill>
          <a:blip r:embed="rId37"/>
          <a:stretch>
            <a:fillRect/>
          </a:stretch>
        </p:blipFill>
        <p:spPr>
          <a:xfrm>
            <a:off x="6341779" y="1417278"/>
            <a:ext cx="852577" cy="521204"/>
          </a:xfrm>
          <a:prstGeom prst="rect">
            <a:avLst/>
          </a:prstGeom>
        </p:spPr>
      </p:pic>
      <p:pic>
        <p:nvPicPr>
          <p:cNvPr id="3172" name="Imagem 3171" descr="Logotipo, nome da empresa&#10;&#10;Descrição gerada automaticamente">
            <a:extLst>
              <a:ext uri="{FF2B5EF4-FFF2-40B4-BE49-F238E27FC236}">
                <a16:creationId xmlns:a16="http://schemas.microsoft.com/office/drawing/2014/main" id="{648688D4-C294-9BC3-D5EB-48DCA1B801A1}"/>
              </a:ext>
            </a:extLst>
          </p:cNvPr>
          <p:cNvPicPr>
            <a:picLocks noChangeAspect="1"/>
          </p:cNvPicPr>
          <p:nvPr/>
        </p:nvPicPr>
        <p:blipFill>
          <a:blip r:embed="rId38"/>
          <a:srcRect t="29881" b="29679"/>
          <a:stretch/>
        </p:blipFill>
        <p:spPr>
          <a:xfrm>
            <a:off x="8810121" y="1592088"/>
            <a:ext cx="956826" cy="283566"/>
          </a:xfrm>
          <a:prstGeom prst="rect">
            <a:avLst/>
          </a:prstGeom>
        </p:spPr>
      </p:pic>
      <p:pic>
        <p:nvPicPr>
          <p:cNvPr id="3199" name="Imagem 3198" descr="Logotipo&#10;&#10;Descrição gerada automaticamente">
            <a:extLst>
              <a:ext uri="{FF2B5EF4-FFF2-40B4-BE49-F238E27FC236}">
                <a16:creationId xmlns:a16="http://schemas.microsoft.com/office/drawing/2014/main" id="{0771FB71-007D-3C69-E0DF-F1A0025A15AF}"/>
              </a:ext>
            </a:extLst>
          </p:cNvPr>
          <p:cNvPicPr>
            <a:picLocks noChangeAspect="1"/>
          </p:cNvPicPr>
          <p:nvPr/>
        </p:nvPicPr>
        <p:blipFill>
          <a:blip r:embed="rId39"/>
          <a:stretch>
            <a:fillRect/>
          </a:stretch>
        </p:blipFill>
        <p:spPr>
          <a:xfrm>
            <a:off x="10163311" y="1597366"/>
            <a:ext cx="820979" cy="268874"/>
          </a:xfrm>
          <a:prstGeom prst="rect">
            <a:avLst/>
          </a:prstGeom>
        </p:spPr>
      </p:pic>
      <p:pic>
        <p:nvPicPr>
          <p:cNvPr id="513" name="Imagem 512" descr="Forma&#10;&#10;Descrição gerada automaticamente com confiança média">
            <a:extLst>
              <a:ext uri="{FF2B5EF4-FFF2-40B4-BE49-F238E27FC236}">
                <a16:creationId xmlns:a16="http://schemas.microsoft.com/office/drawing/2014/main" id="{E45162D5-3948-37E6-3774-65F9496C537C}"/>
              </a:ext>
            </a:extLst>
          </p:cNvPr>
          <p:cNvPicPr>
            <a:picLocks noChangeAspect="1"/>
          </p:cNvPicPr>
          <p:nvPr/>
        </p:nvPicPr>
        <p:blipFill>
          <a:blip r:embed="rId40"/>
          <a:stretch>
            <a:fillRect/>
          </a:stretch>
        </p:blipFill>
        <p:spPr>
          <a:xfrm>
            <a:off x="10189460" y="2374625"/>
            <a:ext cx="838043" cy="423212"/>
          </a:xfrm>
          <a:prstGeom prst="rect">
            <a:avLst/>
          </a:prstGeom>
        </p:spPr>
      </p:pic>
      <p:pic>
        <p:nvPicPr>
          <p:cNvPr id="515" name="Imagem 514" descr="Logotipo, nome da empresa&#10;&#10;Descrição gerada automaticamente">
            <a:extLst>
              <a:ext uri="{FF2B5EF4-FFF2-40B4-BE49-F238E27FC236}">
                <a16:creationId xmlns:a16="http://schemas.microsoft.com/office/drawing/2014/main" id="{366AC81E-1024-2F44-D702-46C7BAFA7ECE}"/>
              </a:ext>
            </a:extLst>
          </p:cNvPr>
          <p:cNvPicPr>
            <a:picLocks noChangeAspect="1"/>
          </p:cNvPicPr>
          <p:nvPr/>
        </p:nvPicPr>
        <p:blipFill>
          <a:blip r:embed="rId41"/>
          <a:srcRect l="20" t="31802" r="-20" b="33929"/>
          <a:stretch/>
        </p:blipFill>
        <p:spPr>
          <a:xfrm>
            <a:off x="3796498" y="2497081"/>
            <a:ext cx="924988" cy="178302"/>
          </a:xfrm>
          <a:prstGeom prst="rect">
            <a:avLst/>
          </a:prstGeom>
        </p:spPr>
      </p:pic>
      <p:pic>
        <p:nvPicPr>
          <p:cNvPr id="523" name="Imagem 522" descr="Logotipo&#10;&#10;Descrição gerada automaticamente">
            <a:extLst>
              <a:ext uri="{FF2B5EF4-FFF2-40B4-BE49-F238E27FC236}">
                <a16:creationId xmlns:a16="http://schemas.microsoft.com/office/drawing/2014/main" id="{79B391CA-D31E-569D-9109-9F93CE279B37}"/>
              </a:ext>
            </a:extLst>
          </p:cNvPr>
          <p:cNvPicPr>
            <a:picLocks noChangeAspect="1"/>
          </p:cNvPicPr>
          <p:nvPr/>
        </p:nvPicPr>
        <p:blipFill>
          <a:blip r:embed="rId42"/>
          <a:stretch>
            <a:fillRect/>
          </a:stretch>
        </p:blipFill>
        <p:spPr>
          <a:xfrm>
            <a:off x="6282084" y="2108549"/>
            <a:ext cx="955365" cy="955365"/>
          </a:xfrm>
          <a:prstGeom prst="rect">
            <a:avLst/>
          </a:prstGeom>
        </p:spPr>
      </p:pic>
      <p:pic>
        <p:nvPicPr>
          <p:cNvPr id="531" name="Imagem 530" descr="Texto, Logotipo&#10;&#10;Descrição gerada automaticamente com confiança média">
            <a:extLst>
              <a:ext uri="{FF2B5EF4-FFF2-40B4-BE49-F238E27FC236}">
                <a16:creationId xmlns:a16="http://schemas.microsoft.com/office/drawing/2014/main" id="{BB00CFD8-DAE3-43B8-1BDD-4768CAD33ADA}"/>
              </a:ext>
            </a:extLst>
          </p:cNvPr>
          <p:cNvPicPr>
            <a:picLocks noChangeAspect="1"/>
          </p:cNvPicPr>
          <p:nvPr/>
        </p:nvPicPr>
        <p:blipFill>
          <a:blip r:embed="rId43"/>
          <a:stretch>
            <a:fillRect/>
          </a:stretch>
        </p:blipFill>
        <p:spPr>
          <a:xfrm>
            <a:off x="7782887" y="2305782"/>
            <a:ext cx="540608" cy="540608"/>
          </a:xfrm>
          <a:prstGeom prst="rect">
            <a:avLst/>
          </a:prstGeom>
        </p:spPr>
      </p:pic>
      <p:pic>
        <p:nvPicPr>
          <p:cNvPr id="533" name="Imagem 532" descr="Desenho com traços pretos em fundo branco&#10;&#10;Descrição gerada automaticamente com confiança média">
            <a:extLst>
              <a:ext uri="{FF2B5EF4-FFF2-40B4-BE49-F238E27FC236}">
                <a16:creationId xmlns:a16="http://schemas.microsoft.com/office/drawing/2014/main" id="{0CF9AA11-960B-27CE-D6C3-216237077792}"/>
              </a:ext>
            </a:extLst>
          </p:cNvPr>
          <p:cNvPicPr>
            <a:picLocks noChangeAspect="1"/>
          </p:cNvPicPr>
          <p:nvPr/>
        </p:nvPicPr>
        <p:blipFill>
          <a:blip r:embed="rId44"/>
          <a:stretch>
            <a:fillRect/>
          </a:stretch>
        </p:blipFill>
        <p:spPr>
          <a:xfrm>
            <a:off x="1508469" y="3188781"/>
            <a:ext cx="506945" cy="506945"/>
          </a:xfrm>
          <a:prstGeom prst="rect">
            <a:avLst/>
          </a:prstGeom>
        </p:spPr>
      </p:pic>
      <p:pic>
        <p:nvPicPr>
          <p:cNvPr id="9" name="Imagem 8" descr="Logotipo&#10;&#10;O conteúdo gerado por IA pode estar incorreto.">
            <a:extLst>
              <a:ext uri="{FF2B5EF4-FFF2-40B4-BE49-F238E27FC236}">
                <a16:creationId xmlns:a16="http://schemas.microsoft.com/office/drawing/2014/main" id="{BEE9A383-1B4D-F8BA-BC91-473D0B62EEF0}"/>
              </a:ext>
            </a:extLst>
          </p:cNvPr>
          <p:cNvPicPr>
            <a:picLocks noChangeAspect="1"/>
          </p:cNvPicPr>
          <p:nvPr/>
        </p:nvPicPr>
        <p:blipFill>
          <a:blip r:embed="rId45"/>
          <a:stretch>
            <a:fillRect/>
          </a:stretch>
        </p:blipFill>
        <p:spPr>
          <a:xfrm>
            <a:off x="5130956" y="5066608"/>
            <a:ext cx="752515" cy="259618"/>
          </a:xfrm>
          <a:prstGeom prst="rect">
            <a:avLst/>
          </a:prstGeom>
        </p:spPr>
      </p:pic>
      <p:pic>
        <p:nvPicPr>
          <p:cNvPr id="22" name="Imagem 21" descr="Ícone&#10;&#10;O conteúdo gerado por IA pode estar incorreto.">
            <a:extLst>
              <a:ext uri="{FF2B5EF4-FFF2-40B4-BE49-F238E27FC236}">
                <a16:creationId xmlns:a16="http://schemas.microsoft.com/office/drawing/2014/main" id="{6E3465A2-DF33-A87D-6DD0-7EACA7D08F77}"/>
              </a:ext>
            </a:extLst>
          </p:cNvPr>
          <p:cNvPicPr>
            <a:picLocks noChangeAspect="1"/>
          </p:cNvPicPr>
          <p:nvPr/>
        </p:nvPicPr>
        <p:blipFill>
          <a:blip r:embed="rId46"/>
          <a:stretch>
            <a:fillRect/>
          </a:stretch>
        </p:blipFill>
        <p:spPr>
          <a:xfrm>
            <a:off x="6337453" y="4849556"/>
            <a:ext cx="842394" cy="741237"/>
          </a:xfrm>
          <a:prstGeom prst="rect">
            <a:avLst/>
          </a:prstGeom>
        </p:spPr>
      </p:pic>
      <p:pic>
        <p:nvPicPr>
          <p:cNvPr id="33" name="Imagem 32" descr="Texto&#10;&#10;O conteúdo gerado por IA pode estar incorreto.">
            <a:extLst>
              <a:ext uri="{FF2B5EF4-FFF2-40B4-BE49-F238E27FC236}">
                <a16:creationId xmlns:a16="http://schemas.microsoft.com/office/drawing/2014/main" id="{4E0F06DE-C571-7C63-F49B-2A13392E8414}"/>
              </a:ext>
            </a:extLst>
          </p:cNvPr>
          <p:cNvPicPr>
            <a:picLocks noChangeAspect="1"/>
          </p:cNvPicPr>
          <p:nvPr/>
        </p:nvPicPr>
        <p:blipFill>
          <a:blip r:embed="rId47"/>
          <a:stretch>
            <a:fillRect/>
          </a:stretch>
        </p:blipFill>
        <p:spPr>
          <a:xfrm>
            <a:off x="7610025" y="1525065"/>
            <a:ext cx="890527" cy="336174"/>
          </a:xfrm>
          <a:prstGeom prst="rect">
            <a:avLst/>
          </a:prstGeom>
        </p:spPr>
      </p:pic>
      <p:pic>
        <p:nvPicPr>
          <p:cNvPr id="1026" name="Picture 2" descr="Dayco Logo PNG Transparent &amp; SVG Vector - Freebie Supply">
            <a:extLst>
              <a:ext uri="{FF2B5EF4-FFF2-40B4-BE49-F238E27FC236}">
                <a16:creationId xmlns:a16="http://schemas.microsoft.com/office/drawing/2014/main" id="{66815622-E1FE-094A-7B13-C89F1E46409B}"/>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8817791" y="5634720"/>
            <a:ext cx="971787" cy="9717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A378A6C-AAAE-0942-029D-B202EF9F5D28}"/>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374683" y="2513649"/>
            <a:ext cx="784892" cy="213086"/>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m 16" descr="Logotipo&#10;&#10;O conteúdo gerado por IA pode estar incorreto.">
            <a:extLst>
              <a:ext uri="{FF2B5EF4-FFF2-40B4-BE49-F238E27FC236}">
                <a16:creationId xmlns:a16="http://schemas.microsoft.com/office/drawing/2014/main" id="{62E7D9CD-2A14-4927-BE59-68FC73FF1ABF}"/>
              </a:ext>
            </a:extLst>
          </p:cNvPr>
          <p:cNvPicPr>
            <a:picLocks noChangeAspect="1"/>
          </p:cNvPicPr>
          <p:nvPr/>
        </p:nvPicPr>
        <p:blipFill>
          <a:blip r:embed="rId50"/>
          <a:stretch>
            <a:fillRect/>
          </a:stretch>
        </p:blipFill>
        <p:spPr>
          <a:xfrm>
            <a:off x="1295200" y="1397395"/>
            <a:ext cx="926188" cy="654828"/>
          </a:xfrm>
          <a:prstGeom prst="rect">
            <a:avLst/>
          </a:prstGeom>
        </p:spPr>
      </p:pic>
      <p:pic>
        <p:nvPicPr>
          <p:cNvPr id="19" name="Imagem 18" descr="Logotipo, nome da empresa&#10;&#10;O conteúdo gerado por IA pode estar incorreto.">
            <a:extLst>
              <a:ext uri="{FF2B5EF4-FFF2-40B4-BE49-F238E27FC236}">
                <a16:creationId xmlns:a16="http://schemas.microsoft.com/office/drawing/2014/main" id="{C90F8570-B9BF-0E71-9755-2CF057034EA9}"/>
              </a:ext>
            </a:extLst>
          </p:cNvPr>
          <p:cNvPicPr>
            <a:picLocks noChangeAspect="1"/>
          </p:cNvPicPr>
          <p:nvPr/>
        </p:nvPicPr>
        <p:blipFill>
          <a:blip r:embed="rId51"/>
          <a:stretch>
            <a:fillRect/>
          </a:stretch>
        </p:blipFill>
        <p:spPr>
          <a:xfrm>
            <a:off x="2621332" y="4163778"/>
            <a:ext cx="762131" cy="362648"/>
          </a:xfrm>
          <a:prstGeom prst="rect">
            <a:avLst/>
          </a:prstGeom>
        </p:spPr>
      </p:pic>
      <p:pic>
        <p:nvPicPr>
          <p:cNvPr id="3" name="Picture 10" descr="Kim Pães | LinkedIn">
            <a:extLst>
              <a:ext uri="{FF2B5EF4-FFF2-40B4-BE49-F238E27FC236}">
                <a16:creationId xmlns:a16="http://schemas.microsoft.com/office/drawing/2014/main" id="{FFDB35B0-8FAC-E641-E3C4-2409E244C315}"/>
              </a:ext>
            </a:extLst>
          </p:cNvPr>
          <p:cNvPicPr>
            <a:picLocks noChangeAspect="1" noChangeArrowheads="1"/>
          </p:cNvPicPr>
          <p:nvPr/>
        </p:nvPicPr>
        <p:blipFill rotWithShape="1">
          <a:blip r:embed="rId52">
            <a:extLst>
              <a:ext uri="{28A0092B-C50C-407E-A947-70E740481C1C}">
                <a14:useLocalDpi xmlns:a14="http://schemas.microsoft.com/office/drawing/2010/main" val="0"/>
              </a:ext>
            </a:extLst>
          </a:blip>
          <a:srcRect l="2090" t="20769" r="-2090" b="23649"/>
          <a:stretch/>
        </p:blipFill>
        <p:spPr bwMode="auto">
          <a:xfrm>
            <a:off x="6458502" y="4163644"/>
            <a:ext cx="627324" cy="348680"/>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49">
            <a:extLst>
              <a:ext uri="{FF2B5EF4-FFF2-40B4-BE49-F238E27FC236}">
                <a16:creationId xmlns:a16="http://schemas.microsoft.com/office/drawing/2014/main" id="{1194E3A2-0A4F-1A3B-CFC5-7098E959B591}"/>
              </a:ext>
            </a:extLst>
          </p:cNvPr>
          <p:cNvPicPr>
            <a:picLocks noChangeAspect="1"/>
          </p:cNvPicPr>
          <p:nvPr/>
        </p:nvPicPr>
        <p:blipFill rotWithShape="1">
          <a:blip>
            <a:extLst>
              <a:ext uri="{96DAC541-7B7A-43D3-8B79-37D633B846F1}">
                <asvg:svgBlip xmlns:asvg="http://schemas.microsoft.com/office/drawing/2016/SVG/main" r:embed="rId53"/>
              </a:ext>
            </a:extLst>
          </a:blip>
          <a:srcRect l="50000"/>
          <a:stretch/>
        </p:blipFill>
        <p:spPr>
          <a:xfrm>
            <a:off x="0" y="237712"/>
            <a:ext cx="538231" cy="1076463"/>
          </a:xfrm>
          <a:prstGeom prst="rect">
            <a:avLst/>
          </a:prstGeom>
        </p:spPr>
      </p:pic>
      <p:sp>
        <p:nvSpPr>
          <p:cNvPr id="25" name="Title 1">
            <a:extLst>
              <a:ext uri="{FF2B5EF4-FFF2-40B4-BE49-F238E27FC236}">
                <a16:creationId xmlns:a16="http://schemas.microsoft.com/office/drawing/2014/main" id="{3B43EE61-1CBE-8047-1CFC-3EE26D69DCD9}"/>
              </a:ext>
            </a:extLst>
          </p:cNvPr>
          <p:cNvSpPr txBox="1">
            <a:spLocks/>
          </p:cNvSpPr>
          <p:nvPr/>
        </p:nvSpPr>
        <p:spPr>
          <a:xfrm>
            <a:off x="576944" y="888387"/>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a:latin typeface="Neo Sans Std Black" panose="020B0A04030504040204" pitchFamily="34" charset="0"/>
              </a:rPr>
              <a:t>Circular Pack</a:t>
            </a:r>
          </a:p>
        </p:txBody>
      </p:sp>
      <p:sp>
        <p:nvSpPr>
          <p:cNvPr id="28" name="Title 1">
            <a:extLst>
              <a:ext uri="{FF2B5EF4-FFF2-40B4-BE49-F238E27FC236}">
                <a16:creationId xmlns:a16="http://schemas.microsoft.com/office/drawing/2014/main" id="{AAC09144-D595-7230-FBFE-50892D0F122C}"/>
              </a:ext>
            </a:extLst>
          </p:cNvPr>
          <p:cNvSpPr txBox="1">
            <a:spLocks/>
          </p:cNvSpPr>
          <p:nvPr/>
        </p:nvSpPr>
        <p:spPr>
          <a:xfrm>
            <a:off x="534597" y="194210"/>
            <a:ext cx="4631181"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Clientes</a:t>
            </a:r>
          </a:p>
        </p:txBody>
      </p:sp>
    </p:spTree>
    <p:extLst>
      <p:ext uri="{BB962C8B-B14F-4D97-AF65-F5344CB8AC3E}">
        <p14:creationId xmlns:p14="http://schemas.microsoft.com/office/powerpoint/2010/main" val="2353360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415B-B338-7156-3087-D39AE9E33E52}"/>
            </a:ext>
          </a:extLst>
        </p:cNvPr>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F6EE1628-92D2-E814-0FE2-4E088DF1A57C}"/>
              </a:ext>
            </a:extLst>
          </p:cNvPr>
          <p:cNvSpPr/>
          <p:nvPr/>
        </p:nvSpPr>
        <p:spPr>
          <a:xfrm rot="2700000">
            <a:off x="7546679" y="3004816"/>
            <a:ext cx="232353" cy="23235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4" name="Picture 3" descr="Uma imagem contendo verde, grama, água, andando de&#10;&#10;Descrição gerada automaticamente">
            <a:extLst>
              <a:ext uri="{FF2B5EF4-FFF2-40B4-BE49-F238E27FC236}">
                <a16:creationId xmlns:a16="http://schemas.microsoft.com/office/drawing/2014/main" id="{ACC40ADB-050C-9F51-A41F-296C8B0A78DF}"/>
              </a:ext>
            </a:extLst>
          </p:cNvPr>
          <p:cNvPicPr>
            <a:picLocks noChangeAspect="1"/>
          </p:cNvPicPr>
          <p:nvPr/>
        </p:nvPicPr>
        <p:blipFill rotWithShape="1">
          <a:blip r:embed="rId3"/>
          <a:srcRect l="10972" t="7494" r="40178" b="2815"/>
          <a:stretch/>
        </p:blipFill>
        <p:spPr>
          <a:xfrm>
            <a:off x="120" y="67"/>
            <a:ext cx="6240855" cy="6812149"/>
          </a:xfrm>
          <a:custGeom>
            <a:avLst/>
            <a:gdLst>
              <a:gd name="connsiteX0" fmla="*/ 0 w 6828521"/>
              <a:gd name="connsiteY0" fmla="*/ 0 h 6812281"/>
              <a:gd name="connsiteX1" fmla="*/ 4455878 w 6828521"/>
              <a:gd name="connsiteY1" fmla="*/ 0 h 6812281"/>
              <a:gd name="connsiteX2" fmla="*/ 6128493 w 6828521"/>
              <a:gd name="connsiteY2" fmla="*/ 1672615 h 6812281"/>
              <a:gd name="connsiteX3" fmla="*/ 6128493 w 6828521"/>
              <a:gd name="connsiteY3" fmla="*/ 5052652 h 6812281"/>
              <a:gd name="connsiteX4" fmla="*/ 4368863 w 6828521"/>
              <a:gd name="connsiteY4" fmla="*/ 6812281 h 6812281"/>
              <a:gd name="connsiteX5" fmla="*/ 0 w 6828521"/>
              <a:gd name="connsiteY5" fmla="*/ 6812281 h 6812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8521" h="6812281">
                <a:moveTo>
                  <a:pt x="0" y="0"/>
                </a:moveTo>
                <a:lnTo>
                  <a:pt x="4455878" y="0"/>
                </a:lnTo>
                <a:lnTo>
                  <a:pt x="6128493" y="1672615"/>
                </a:lnTo>
                <a:cubicBezTo>
                  <a:pt x="7061864" y="2605987"/>
                  <a:pt x="7061864" y="4119280"/>
                  <a:pt x="6128493" y="5052652"/>
                </a:cubicBezTo>
                <a:lnTo>
                  <a:pt x="4368863" y="6812281"/>
                </a:lnTo>
                <a:lnTo>
                  <a:pt x="0" y="6812281"/>
                </a:lnTo>
                <a:close/>
              </a:path>
            </a:pathLst>
          </a:custGeom>
        </p:spPr>
      </p:pic>
      <p:pic>
        <p:nvPicPr>
          <p:cNvPr id="11" name="Gráfico 10">
            <a:extLst>
              <a:ext uri="{FF2B5EF4-FFF2-40B4-BE49-F238E27FC236}">
                <a16:creationId xmlns:a16="http://schemas.microsoft.com/office/drawing/2014/main" id="{5FA3CBE2-6F2F-D6D5-D85E-647DDB4159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1" r="-4788"/>
          <a:stretch/>
        </p:blipFill>
        <p:spPr>
          <a:xfrm>
            <a:off x="4518683" y="-68512"/>
            <a:ext cx="1985154" cy="6926446"/>
          </a:xfrm>
          <a:prstGeom prst="rect">
            <a:avLst/>
          </a:prstGeom>
        </p:spPr>
      </p:pic>
      <p:grpSp>
        <p:nvGrpSpPr>
          <p:cNvPr id="5" name="Agrupar 4">
            <a:extLst>
              <a:ext uri="{FF2B5EF4-FFF2-40B4-BE49-F238E27FC236}">
                <a16:creationId xmlns:a16="http://schemas.microsoft.com/office/drawing/2014/main" id="{7F0E3E2A-1A6D-D16C-6B2C-10E3F96A73A9}"/>
              </a:ext>
            </a:extLst>
          </p:cNvPr>
          <p:cNvGrpSpPr/>
          <p:nvPr/>
        </p:nvGrpSpPr>
        <p:grpSpPr>
          <a:xfrm>
            <a:off x="11284648" y="66"/>
            <a:ext cx="907236" cy="885805"/>
            <a:chOff x="11284747" y="0"/>
            <a:chExt cx="907254" cy="885822"/>
          </a:xfrm>
        </p:grpSpPr>
        <p:sp>
          <p:nvSpPr>
            <p:cNvPr id="84" name="object 5">
              <a:extLst>
                <a:ext uri="{FF2B5EF4-FFF2-40B4-BE49-F238E27FC236}">
                  <a16:creationId xmlns:a16="http://schemas.microsoft.com/office/drawing/2014/main" id="{CE550BD9-03F1-EF6D-9626-F58F2D80C536}"/>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85" name="Gráfico 84">
              <a:extLst>
                <a:ext uri="{FF2B5EF4-FFF2-40B4-BE49-F238E27FC236}">
                  <a16:creationId xmlns:a16="http://schemas.microsoft.com/office/drawing/2014/main" id="{A157CAA4-22C7-3251-0905-3DC4022B30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09953" y="84750"/>
              <a:ext cx="400241" cy="400241"/>
            </a:xfrm>
            <a:prstGeom prst="rect">
              <a:avLst/>
            </a:prstGeom>
          </p:spPr>
        </p:pic>
      </p:grpSp>
      <p:sp>
        <p:nvSpPr>
          <p:cNvPr id="19" name="Title 1">
            <a:extLst>
              <a:ext uri="{FF2B5EF4-FFF2-40B4-BE49-F238E27FC236}">
                <a16:creationId xmlns:a16="http://schemas.microsoft.com/office/drawing/2014/main" id="{A4C4ABC9-AAAA-D055-541A-32EFBB2326C3}"/>
              </a:ext>
            </a:extLst>
          </p:cNvPr>
          <p:cNvSpPr txBox="1">
            <a:spLocks/>
          </p:cNvSpPr>
          <p:nvPr/>
        </p:nvSpPr>
        <p:spPr>
          <a:xfrm>
            <a:off x="7444610" y="606056"/>
            <a:ext cx="5112558" cy="498532"/>
          </a:xfrm>
          <a:prstGeom prst="rect">
            <a:avLst/>
          </a:prstGeom>
        </p:spPr>
        <p:txBody>
          <a:bodyPr vert="horz" wrap="square" lIns="91438" tIns="45719" rIns="91438" bIns="45719"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933">
                <a:latin typeface="Neo Sans Std Black" panose="020B0A04030504040204" pitchFamily="34" charset="0"/>
              </a:rPr>
              <a:t>OBRIGADO!</a:t>
            </a:r>
          </a:p>
        </p:txBody>
      </p:sp>
      <p:sp>
        <p:nvSpPr>
          <p:cNvPr id="7" name="Retângulo 6">
            <a:extLst>
              <a:ext uri="{FF2B5EF4-FFF2-40B4-BE49-F238E27FC236}">
                <a16:creationId xmlns:a16="http://schemas.microsoft.com/office/drawing/2014/main" id="{9BE1968F-F41F-2AA5-DABC-742D8D4BA027}"/>
              </a:ext>
            </a:extLst>
          </p:cNvPr>
          <p:cNvSpPr/>
          <p:nvPr/>
        </p:nvSpPr>
        <p:spPr>
          <a:xfrm flipV="1">
            <a:off x="-15609" y="6367455"/>
            <a:ext cx="12223217" cy="501908"/>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3" name="Gráfico 92">
            <a:extLst>
              <a:ext uri="{FF2B5EF4-FFF2-40B4-BE49-F238E27FC236}">
                <a16:creationId xmlns:a16="http://schemas.microsoft.com/office/drawing/2014/main" id="{EB2609F6-B694-9F52-D570-0933E7FBF0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3025" y="5775171"/>
            <a:ext cx="868675" cy="904870"/>
          </a:xfrm>
          <a:prstGeom prst="rect">
            <a:avLst/>
          </a:prstGeom>
        </p:spPr>
      </p:pic>
      <p:sp>
        <p:nvSpPr>
          <p:cNvPr id="2" name="Title 1">
            <a:extLst>
              <a:ext uri="{FF2B5EF4-FFF2-40B4-BE49-F238E27FC236}">
                <a16:creationId xmlns:a16="http://schemas.microsoft.com/office/drawing/2014/main" id="{385A8EA6-9DD2-0701-B01E-A44C6C9D4474}"/>
              </a:ext>
            </a:extLst>
          </p:cNvPr>
          <p:cNvSpPr txBox="1">
            <a:spLocks/>
          </p:cNvSpPr>
          <p:nvPr/>
        </p:nvSpPr>
        <p:spPr>
          <a:xfrm>
            <a:off x="7472518" y="1640284"/>
            <a:ext cx="2445062" cy="240128"/>
          </a:xfrm>
          <a:prstGeom prst="rect">
            <a:avLst/>
          </a:prstGeom>
        </p:spPr>
        <p:txBody>
          <a:bodyPr vert="horz" wrap="square" lIns="91438" tIns="45719" rIns="91438" bIns="45719"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1067" spc="200">
                <a:latin typeface="Neo Sans Std Light" panose="020B0304030504040204" pitchFamily="34" charset="0"/>
              </a:rPr>
              <a:t>ENTRE EM CONTATO</a:t>
            </a:r>
          </a:p>
        </p:txBody>
      </p:sp>
      <p:sp>
        <p:nvSpPr>
          <p:cNvPr id="3" name="object 3">
            <a:extLst>
              <a:ext uri="{FF2B5EF4-FFF2-40B4-BE49-F238E27FC236}">
                <a16:creationId xmlns:a16="http://schemas.microsoft.com/office/drawing/2014/main" id="{90AB752B-0D1E-FDD6-F465-9DA7676330C4}"/>
              </a:ext>
            </a:extLst>
          </p:cNvPr>
          <p:cNvSpPr txBox="1"/>
          <p:nvPr/>
        </p:nvSpPr>
        <p:spPr>
          <a:xfrm>
            <a:off x="7828317" y="2083865"/>
            <a:ext cx="2216135" cy="1204983"/>
          </a:xfrm>
          <a:prstGeom prst="rect">
            <a:avLst/>
          </a:prstGeom>
        </p:spPr>
        <p:txBody>
          <a:bodyPr vert="horz" wrap="square" lIns="0" tIns="8038" rIns="0" bIns="0" rtlCol="0">
            <a:spAutoFit/>
          </a:bodyPr>
          <a:lstStyle/>
          <a:p>
            <a:pPr marL="8462">
              <a:lnSpc>
                <a:spcPct val="150000"/>
              </a:lnSpc>
              <a:spcBef>
                <a:spcPts val="63"/>
              </a:spcBef>
            </a:pPr>
            <a:r>
              <a:rPr lang="pt-BR" sz="1066" b="1" spc="-7" dirty="0">
                <a:highlight>
                  <a:srgbClr val="FFFF00"/>
                </a:highlight>
                <a:uFill>
                  <a:solidFill>
                    <a:srgbClr val="0462C1"/>
                  </a:solidFill>
                </a:uFill>
                <a:latin typeface="Neo Sans Std" panose="020B0504030504040204" pitchFamily="34" charset="0"/>
                <a:cs typeface="Calibri"/>
              </a:rPr>
              <a:t>thuise.matsumura@ambipar.com</a:t>
            </a:r>
            <a:endParaRPr lang="pt-BR" sz="1066" dirty="0">
              <a:highlight>
                <a:srgbClr val="FFFF00"/>
              </a:highlight>
              <a:latin typeface="Neo Sans Std" panose="020B0504030504040204" pitchFamily="34" charset="0"/>
              <a:cs typeface="Calibri"/>
            </a:endParaRPr>
          </a:p>
          <a:p>
            <a:pPr marL="8462">
              <a:lnSpc>
                <a:spcPct val="150000"/>
              </a:lnSpc>
              <a:spcBef>
                <a:spcPts val="799"/>
              </a:spcBef>
            </a:pPr>
            <a:r>
              <a:rPr lang="pt-BR" sz="1066" dirty="0">
                <a:highlight>
                  <a:srgbClr val="FFFF00"/>
                </a:highlight>
                <a:latin typeface="Neo Sans Std" panose="020B0504030504040204" pitchFamily="34" charset="0"/>
                <a:cs typeface="Calibri"/>
              </a:rPr>
              <a:t>+55</a:t>
            </a:r>
            <a:r>
              <a:rPr lang="pt-BR" sz="1066" spc="3" dirty="0">
                <a:highlight>
                  <a:srgbClr val="FFFF00"/>
                </a:highlight>
                <a:latin typeface="Neo Sans Std" panose="020B0504030504040204" pitchFamily="34" charset="0"/>
                <a:cs typeface="Calibri"/>
              </a:rPr>
              <a:t> </a:t>
            </a:r>
            <a:r>
              <a:rPr lang="pt-BR" sz="1066" dirty="0">
                <a:highlight>
                  <a:srgbClr val="FFFF00"/>
                </a:highlight>
                <a:latin typeface="Neo Sans Std" panose="020B0504030504040204" pitchFamily="34" charset="0"/>
                <a:cs typeface="Calibri"/>
              </a:rPr>
              <a:t>11</a:t>
            </a:r>
            <a:r>
              <a:rPr lang="pt-BR" sz="1066" spc="7" dirty="0">
                <a:highlight>
                  <a:srgbClr val="FFFF00"/>
                </a:highlight>
                <a:latin typeface="Neo Sans Std" panose="020B0504030504040204" pitchFamily="34" charset="0"/>
                <a:cs typeface="Calibri"/>
              </a:rPr>
              <a:t> </a:t>
            </a:r>
            <a:r>
              <a:rPr lang="pt-BR" sz="1066" b="1" spc="-13" dirty="0">
                <a:highlight>
                  <a:srgbClr val="FFFF00"/>
                </a:highlight>
                <a:latin typeface="Neo Sans Std" panose="020B0504030504040204" pitchFamily="34" charset="0"/>
                <a:cs typeface="Calibri"/>
              </a:rPr>
              <a:t>99810-8922</a:t>
            </a:r>
            <a:endParaRPr lang="pt-BR" sz="1066" dirty="0">
              <a:highlight>
                <a:srgbClr val="FFFF00"/>
              </a:highlight>
              <a:latin typeface="Neo Sans Std" panose="020B0504030504040204" pitchFamily="34" charset="0"/>
              <a:cs typeface="Calibri"/>
            </a:endParaRPr>
          </a:p>
          <a:p>
            <a:pPr>
              <a:lnSpc>
                <a:spcPct val="150000"/>
              </a:lnSpc>
              <a:spcBef>
                <a:spcPts val="20"/>
              </a:spcBef>
            </a:pPr>
            <a:endParaRPr lang="pt-BR" sz="899" dirty="0">
              <a:highlight>
                <a:srgbClr val="FFFF00"/>
              </a:highlight>
              <a:latin typeface="Neo Sans Std" panose="020B0504030504040204" pitchFamily="34" charset="0"/>
              <a:cs typeface="Calibri"/>
            </a:endParaRPr>
          </a:p>
          <a:p>
            <a:pPr marL="8462">
              <a:lnSpc>
                <a:spcPct val="150000"/>
              </a:lnSpc>
            </a:pPr>
            <a:r>
              <a:rPr lang="pt-BR" sz="1066" b="1" spc="-27" dirty="0">
                <a:highlight>
                  <a:srgbClr val="FFFF00"/>
                </a:highlight>
                <a:latin typeface="Neo Sans Std" panose="020B0504030504040204" pitchFamily="34" charset="0"/>
                <a:cs typeface="Calibri"/>
              </a:rPr>
              <a:t>Av.</a:t>
            </a:r>
            <a:r>
              <a:rPr lang="pt-BR" sz="1066" b="1" spc="-17" dirty="0">
                <a:highlight>
                  <a:srgbClr val="FFFF00"/>
                </a:highlight>
                <a:latin typeface="Neo Sans Std" panose="020B0504030504040204" pitchFamily="34" charset="0"/>
                <a:cs typeface="Calibri"/>
              </a:rPr>
              <a:t> </a:t>
            </a:r>
            <a:r>
              <a:rPr lang="pt-BR" sz="1066" b="1" spc="-7" dirty="0">
                <a:highlight>
                  <a:srgbClr val="FFFF00"/>
                </a:highlight>
                <a:latin typeface="Neo Sans Std" panose="020B0504030504040204" pitchFamily="34" charset="0"/>
                <a:cs typeface="Calibri"/>
              </a:rPr>
              <a:t>Angélica,</a:t>
            </a:r>
            <a:r>
              <a:rPr lang="pt-BR" sz="1066" b="1" spc="-20" dirty="0">
                <a:highlight>
                  <a:srgbClr val="FFFF00"/>
                </a:highlight>
                <a:latin typeface="Neo Sans Std" panose="020B0504030504040204" pitchFamily="34" charset="0"/>
                <a:cs typeface="Calibri"/>
              </a:rPr>
              <a:t> </a:t>
            </a:r>
            <a:r>
              <a:rPr lang="pt-BR" sz="1066" b="1" dirty="0">
                <a:highlight>
                  <a:srgbClr val="FFFF00"/>
                </a:highlight>
                <a:latin typeface="Neo Sans Std" panose="020B0504030504040204" pitchFamily="34" charset="0"/>
                <a:cs typeface="Calibri"/>
              </a:rPr>
              <a:t>2346 –</a:t>
            </a:r>
            <a:r>
              <a:rPr lang="pt-BR" sz="1066" b="1" spc="-13" dirty="0">
                <a:highlight>
                  <a:srgbClr val="FFFF00"/>
                </a:highlight>
                <a:latin typeface="Neo Sans Std" panose="020B0504030504040204" pitchFamily="34" charset="0"/>
                <a:cs typeface="Calibri"/>
              </a:rPr>
              <a:t> 11</a:t>
            </a:r>
            <a:r>
              <a:rPr lang="pt-BR" sz="1066" b="1" dirty="0">
                <a:highlight>
                  <a:srgbClr val="FFFF00"/>
                </a:highlight>
                <a:latin typeface="Neo Sans Std" panose="020B0504030504040204" pitchFamily="34" charset="0"/>
                <a:cs typeface="Calibri"/>
              </a:rPr>
              <a:t>º</a:t>
            </a:r>
            <a:r>
              <a:rPr lang="pt-BR" sz="1066" b="1" spc="-10" dirty="0">
                <a:highlight>
                  <a:srgbClr val="FFFF00"/>
                </a:highlight>
                <a:latin typeface="Neo Sans Std" panose="020B0504030504040204" pitchFamily="34" charset="0"/>
                <a:cs typeface="Calibri"/>
              </a:rPr>
              <a:t> </a:t>
            </a:r>
            <a:r>
              <a:rPr lang="pt-BR" sz="1066" b="1" spc="-13" dirty="0">
                <a:highlight>
                  <a:srgbClr val="FFFF00"/>
                </a:highlight>
                <a:latin typeface="Neo Sans Std" panose="020B0504030504040204" pitchFamily="34" charset="0"/>
                <a:cs typeface="Calibri"/>
              </a:rPr>
              <a:t>andar</a:t>
            </a:r>
            <a:endParaRPr lang="pt-BR" sz="1066" dirty="0">
              <a:highlight>
                <a:srgbClr val="FFFF00"/>
              </a:highlight>
              <a:latin typeface="Neo Sans Std" panose="020B0504030504040204" pitchFamily="34" charset="0"/>
              <a:cs typeface="Calibri"/>
            </a:endParaRPr>
          </a:p>
          <a:p>
            <a:pPr marL="8462">
              <a:spcBef>
                <a:spcPts val="203"/>
              </a:spcBef>
            </a:pPr>
            <a:r>
              <a:rPr lang="pt-BR" sz="799" dirty="0">
                <a:highlight>
                  <a:srgbClr val="FFFF00"/>
                </a:highlight>
                <a:latin typeface="Neo Sans Std" panose="020B0504030504040204" pitchFamily="34" charset="0"/>
                <a:cs typeface="Calibri"/>
              </a:rPr>
              <a:t>Consolação</a:t>
            </a:r>
            <a:r>
              <a:rPr lang="pt-BR" sz="799" spc="7"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a:t>
            </a:r>
            <a:r>
              <a:rPr lang="pt-BR" sz="799" spc="-3"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São</a:t>
            </a:r>
            <a:r>
              <a:rPr lang="pt-BR" sz="799" spc="-10"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Paulo,</a:t>
            </a:r>
            <a:r>
              <a:rPr lang="pt-BR" sz="799" spc="-13"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SP</a:t>
            </a:r>
            <a:r>
              <a:rPr lang="pt-BR" sz="799" spc="-3"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a:t>
            </a:r>
            <a:r>
              <a:rPr lang="pt-BR" sz="799" spc="-7"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CEP</a:t>
            </a:r>
            <a:r>
              <a:rPr lang="pt-BR" sz="799" spc="-3" dirty="0">
                <a:highlight>
                  <a:srgbClr val="FFFF00"/>
                </a:highlight>
                <a:latin typeface="Neo Sans Std" panose="020B0504030504040204" pitchFamily="34" charset="0"/>
                <a:cs typeface="Calibri"/>
              </a:rPr>
              <a:t> </a:t>
            </a:r>
            <a:r>
              <a:rPr lang="pt-BR" sz="799" dirty="0">
                <a:highlight>
                  <a:srgbClr val="FFFF00"/>
                </a:highlight>
                <a:latin typeface="Neo Sans Std" panose="020B0504030504040204" pitchFamily="34" charset="0"/>
                <a:cs typeface="Calibri"/>
              </a:rPr>
              <a:t>01228-</a:t>
            </a:r>
            <a:r>
              <a:rPr lang="pt-BR" sz="799" spc="-17" dirty="0">
                <a:highlight>
                  <a:srgbClr val="FFFF00"/>
                </a:highlight>
                <a:latin typeface="Neo Sans Std" panose="020B0504030504040204" pitchFamily="34" charset="0"/>
                <a:cs typeface="Calibri"/>
              </a:rPr>
              <a:t>200</a:t>
            </a:r>
            <a:endParaRPr lang="pt-BR" sz="799" dirty="0">
              <a:highlight>
                <a:srgbClr val="FFFF00"/>
              </a:highlight>
              <a:latin typeface="Neo Sans Std" panose="020B0504030504040204" pitchFamily="34" charset="0"/>
              <a:cs typeface="Calibri"/>
            </a:endParaRPr>
          </a:p>
        </p:txBody>
      </p:sp>
      <p:sp>
        <p:nvSpPr>
          <p:cNvPr id="24" name="object 9">
            <a:extLst>
              <a:ext uri="{FF2B5EF4-FFF2-40B4-BE49-F238E27FC236}">
                <a16:creationId xmlns:a16="http://schemas.microsoft.com/office/drawing/2014/main" id="{8EC26BD7-1B85-742F-6A33-0C91EFF93D11}"/>
              </a:ext>
            </a:extLst>
          </p:cNvPr>
          <p:cNvSpPr/>
          <p:nvPr/>
        </p:nvSpPr>
        <p:spPr>
          <a:xfrm>
            <a:off x="7615107" y="3042532"/>
            <a:ext cx="100459" cy="150846"/>
          </a:xfrm>
          <a:custGeom>
            <a:avLst/>
            <a:gdLst/>
            <a:ahLst/>
            <a:cxnLst/>
            <a:rect l="l" t="t" r="r" b="b"/>
            <a:pathLst>
              <a:path w="201295" h="302260">
                <a:moveTo>
                  <a:pt x="201146" y="276783"/>
                </a:moveTo>
                <a:lnTo>
                  <a:pt x="0" y="276783"/>
                </a:lnTo>
                <a:lnTo>
                  <a:pt x="0" y="301947"/>
                </a:lnTo>
                <a:lnTo>
                  <a:pt x="201146" y="301947"/>
                </a:lnTo>
                <a:lnTo>
                  <a:pt x="201146" y="276783"/>
                </a:lnTo>
                <a:close/>
              </a:path>
              <a:path w="201295" h="302260">
                <a:moveTo>
                  <a:pt x="186777" y="35943"/>
                </a:moveTo>
                <a:lnTo>
                  <a:pt x="14366" y="35943"/>
                </a:lnTo>
                <a:lnTo>
                  <a:pt x="14367" y="276783"/>
                </a:lnTo>
                <a:lnTo>
                  <a:pt x="89797" y="276783"/>
                </a:lnTo>
                <a:lnTo>
                  <a:pt x="89797" y="255216"/>
                </a:lnTo>
                <a:lnTo>
                  <a:pt x="39510" y="255216"/>
                </a:lnTo>
                <a:lnTo>
                  <a:pt x="39510" y="233648"/>
                </a:lnTo>
                <a:lnTo>
                  <a:pt x="186778" y="233648"/>
                </a:lnTo>
                <a:lnTo>
                  <a:pt x="186778" y="197701"/>
                </a:lnTo>
                <a:lnTo>
                  <a:pt x="39510" y="197701"/>
                </a:lnTo>
                <a:lnTo>
                  <a:pt x="39510" y="176134"/>
                </a:lnTo>
                <a:lnTo>
                  <a:pt x="186778" y="176134"/>
                </a:lnTo>
                <a:lnTo>
                  <a:pt x="186778" y="140187"/>
                </a:lnTo>
                <a:lnTo>
                  <a:pt x="39510" y="140187"/>
                </a:lnTo>
                <a:lnTo>
                  <a:pt x="39510" y="118619"/>
                </a:lnTo>
                <a:lnTo>
                  <a:pt x="186778" y="118619"/>
                </a:lnTo>
                <a:lnTo>
                  <a:pt x="186777" y="82673"/>
                </a:lnTo>
                <a:lnTo>
                  <a:pt x="39510" y="82673"/>
                </a:lnTo>
                <a:lnTo>
                  <a:pt x="39509" y="61105"/>
                </a:lnTo>
                <a:lnTo>
                  <a:pt x="186777" y="61105"/>
                </a:lnTo>
                <a:lnTo>
                  <a:pt x="186777" y="35943"/>
                </a:lnTo>
                <a:close/>
              </a:path>
              <a:path w="201295" h="302260">
                <a:moveTo>
                  <a:pt x="140083" y="233648"/>
                </a:moveTo>
                <a:lnTo>
                  <a:pt x="111348" y="233648"/>
                </a:lnTo>
                <a:lnTo>
                  <a:pt x="111348" y="276783"/>
                </a:lnTo>
                <a:lnTo>
                  <a:pt x="186778" y="276783"/>
                </a:lnTo>
                <a:lnTo>
                  <a:pt x="186778" y="255216"/>
                </a:lnTo>
                <a:lnTo>
                  <a:pt x="140083" y="255216"/>
                </a:lnTo>
                <a:lnTo>
                  <a:pt x="140083" y="233648"/>
                </a:lnTo>
                <a:close/>
              </a:path>
              <a:path w="201295" h="302260">
                <a:moveTo>
                  <a:pt x="89797" y="233648"/>
                </a:moveTo>
                <a:lnTo>
                  <a:pt x="61062" y="233648"/>
                </a:lnTo>
                <a:lnTo>
                  <a:pt x="61062" y="255216"/>
                </a:lnTo>
                <a:lnTo>
                  <a:pt x="89797" y="255216"/>
                </a:lnTo>
                <a:lnTo>
                  <a:pt x="89797" y="233648"/>
                </a:lnTo>
                <a:close/>
              </a:path>
              <a:path w="201295" h="302260">
                <a:moveTo>
                  <a:pt x="186778" y="233648"/>
                </a:moveTo>
                <a:lnTo>
                  <a:pt x="161635" y="233648"/>
                </a:lnTo>
                <a:lnTo>
                  <a:pt x="161635" y="255216"/>
                </a:lnTo>
                <a:lnTo>
                  <a:pt x="186778" y="255216"/>
                </a:lnTo>
                <a:lnTo>
                  <a:pt x="186778" y="233648"/>
                </a:lnTo>
                <a:close/>
              </a:path>
              <a:path w="201295" h="302260">
                <a:moveTo>
                  <a:pt x="89797" y="176134"/>
                </a:moveTo>
                <a:lnTo>
                  <a:pt x="61061" y="176134"/>
                </a:lnTo>
                <a:lnTo>
                  <a:pt x="61061" y="197701"/>
                </a:lnTo>
                <a:lnTo>
                  <a:pt x="89797" y="197701"/>
                </a:lnTo>
                <a:lnTo>
                  <a:pt x="89797" y="176134"/>
                </a:lnTo>
                <a:close/>
              </a:path>
              <a:path w="201295" h="302260">
                <a:moveTo>
                  <a:pt x="140083" y="176134"/>
                </a:moveTo>
                <a:lnTo>
                  <a:pt x="111348" y="176134"/>
                </a:lnTo>
                <a:lnTo>
                  <a:pt x="111348" y="197701"/>
                </a:lnTo>
                <a:lnTo>
                  <a:pt x="140083" y="197701"/>
                </a:lnTo>
                <a:lnTo>
                  <a:pt x="140083" y="176134"/>
                </a:lnTo>
                <a:close/>
              </a:path>
              <a:path w="201295" h="302260">
                <a:moveTo>
                  <a:pt x="186778" y="176134"/>
                </a:moveTo>
                <a:lnTo>
                  <a:pt x="161634" y="176134"/>
                </a:lnTo>
                <a:lnTo>
                  <a:pt x="161635" y="197701"/>
                </a:lnTo>
                <a:lnTo>
                  <a:pt x="186778" y="197701"/>
                </a:lnTo>
                <a:lnTo>
                  <a:pt x="186778" y="176134"/>
                </a:lnTo>
                <a:close/>
              </a:path>
              <a:path w="201295" h="302260">
                <a:moveTo>
                  <a:pt x="89796" y="118619"/>
                </a:moveTo>
                <a:lnTo>
                  <a:pt x="61061" y="118619"/>
                </a:lnTo>
                <a:lnTo>
                  <a:pt x="61061" y="140187"/>
                </a:lnTo>
                <a:lnTo>
                  <a:pt x="89796" y="140187"/>
                </a:lnTo>
                <a:lnTo>
                  <a:pt x="89796" y="118619"/>
                </a:lnTo>
                <a:close/>
              </a:path>
              <a:path w="201295" h="302260">
                <a:moveTo>
                  <a:pt x="140083" y="118619"/>
                </a:moveTo>
                <a:lnTo>
                  <a:pt x="111348" y="118619"/>
                </a:lnTo>
                <a:lnTo>
                  <a:pt x="111348" y="140187"/>
                </a:lnTo>
                <a:lnTo>
                  <a:pt x="140083" y="140187"/>
                </a:lnTo>
                <a:lnTo>
                  <a:pt x="140083" y="118619"/>
                </a:lnTo>
                <a:close/>
              </a:path>
              <a:path w="201295" h="302260">
                <a:moveTo>
                  <a:pt x="186778" y="118619"/>
                </a:moveTo>
                <a:lnTo>
                  <a:pt x="161634" y="118619"/>
                </a:lnTo>
                <a:lnTo>
                  <a:pt x="161634" y="140187"/>
                </a:lnTo>
                <a:lnTo>
                  <a:pt x="186778" y="140187"/>
                </a:lnTo>
                <a:lnTo>
                  <a:pt x="186778" y="118619"/>
                </a:lnTo>
                <a:close/>
              </a:path>
              <a:path w="201295" h="302260">
                <a:moveTo>
                  <a:pt x="89796" y="61105"/>
                </a:moveTo>
                <a:lnTo>
                  <a:pt x="61061" y="61105"/>
                </a:lnTo>
                <a:lnTo>
                  <a:pt x="61061" y="82673"/>
                </a:lnTo>
                <a:lnTo>
                  <a:pt x="89796" y="82673"/>
                </a:lnTo>
                <a:lnTo>
                  <a:pt x="89796" y="61105"/>
                </a:lnTo>
                <a:close/>
              </a:path>
              <a:path w="201295" h="302260">
                <a:moveTo>
                  <a:pt x="140083" y="61105"/>
                </a:moveTo>
                <a:lnTo>
                  <a:pt x="111347" y="61105"/>
                </a:lnTo>
                <a:lnTo>
                  <a:pt x="111348" y="82673"/>
                </a:lnTo>
                <a:lnTo>
                  <a:pt x="140083" y="82673"/>
                </a:lnTo>
                <a:lnTo>
                  <a:pt x="140083" y="61105"/>
                </a:lnTo>
                <a:close/>
              </a:path>
              <a:path w="201295" h="302260">
                <a:moveTo>
                  <a:pt x="186777" y="61105"/>
                </a:moveTo>
                <a:lnTo>
                  <a:pt x="161634" y="61105"/>
                </a:lnTo>
                <a:lnTo>
                  <a:pt x="161634" y="82673"/>
                </a:lnTo>
                <a:lnTo>
                  <a:pt x="186777" y="82673"/>
                </a:lnTo>
                <a:lnTo>
                  <a:pt x="186777" y="61105"/>
                </a:lnTo>
                <a:close/>
              </a:path>
              <a:path w="201295" h="302260">
                <a:moveTo>
                  <a:pt x="176001" y="14378"/>
                </a:moveTo>
                <a:lnTo>
                  <a:pt x="25142" y="14378"/>
                </a:lnTo>
                <a:lnTo>
                  <a:pt x="25142" y="35943"/>
                </a:lnTo>
                <a:lnTo>
                  <a:pt x="176002" y="35943"/>
                </a:lnTo>
                <a:lnTo>
                  <a:pt x="176001" y="14378"/>
                </a:lnTo>
                <a:close/>
              </a:path>
              <a:path w="201295" h="302260">
                <a:moveTo>
                  <a:pt x="165226" y="0"/>
                </a:moveTo>
                <a:lnTo>
                  <a:pt x="35917" y="0"/>
                </a:lnTo>
                <a:lnTo>
                  <a:pt x="35917" y="14378"/>
                </a:lnTo>
                <a:lnTo>
                  <a:pt x="165226" y="14378"/>
                </a:lnTo>
                <a:lnTo>
                  <a:pt x="165226" y="0"/>
                </a:lnTo>
                <a:close/>
              </a:path>
            </a:pathLst>
          </a:custGeom>
          <a:solidFill>
            <a:schemeClr val="tx1"/>
          </a:solidFill>
        </p:spPr>
        <p:txBody>
          <a:bodyPr wrap="square" lIns="0" tIns="0" rIns="0" bIns="0" rtlCol="0"/>
          <a:lstStyle/>
          <a:p>
            <a:endParaRPr sz="1199"/>
          </a:p>
        </p:txBody>
      </p:sp>
      <p:grpSp>
        <p:nvGrpSpPr>
          <p:cNvPr id="47" name="Group 46">
            <a:extLst>
              <a:ext uri="{FF2B5EF4-FFF2-40B4-BE49-F238E27FC236}">
                <a16:creationId xmlns:a16="http://schemas.microsoft.com/office/drawing/2014/main" id="{A95CEEE3-DDB2-E6E7-DC42-B7545569691F}"/>
              </a:ext>
            </a:extLst>
          </p:cNvPr>
          <p:cNvGrpSpPr/>
          <p:nvPr/>
        </p:nvGrpSpPr>
        <p:grpSpPr>
          <a:xfrm>
            <a:off x="7526818" y="2145838"/>
            <a:ext cx="232353" cy="232353"/>
            <a:chOff x="10171690" y="1741937"/>
            <a:chExt cx="390123" cy="390123"/>
          </a:xfrm>
        </p:grpSpPr>
        <p:sp>
          <p:nvSpPr>
            <p:cNvPr id="46" name="Rectangle: Rounded Corners 45">
              <a:extLst>
                <a:ext uri="{FF2B5EF4-FFF2-40B4-BE49-F238E27FC236}">
                  <a16:creationId xmlns:a16="http://schemas.microsoft.com/office/drawing/2014/main" id="{0D1D6D0B-D7CC-1CB0-ECAD-5ECB4E6AED49}"/>
                </a:ext>
              </a:extLst>
            </p:cNvPr>
            <p:cNvSpPr/>
            <p:nvPr/>
          </p:nvSpPr>
          <p:spPr>
            <a:xfrm rot="2700000">
              <a:off x="10171690" y="1741937"/>
              <a:ext cx="390123" cy="39012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43" name="Graphic 42">
              <a:extLst>
                <a:ext uri="{FF2B5EF4-FFF2-40B4-BE49-F238E27FC236}">
                  <a16:creationId xmlns:a16="http://schemas.microsoft.com/office/drawing/2014/main" id="{C0823308-2625-FF8F-1325-37C74FFBCF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44716" y="1814962"/>
              <a:ext cx="267838" cy="267838"/>
            </a:xfrm>
            <a:prstGeom prst="rect">
              <a:avLst/>
            </a:prstGeom>
          </p:spPr>
        </p:pic>
      </p:grpSp>
      <p:sp>
        <p:nvSpPr>
          <p:cNvPr id="51" name="Rectangle: Rounded Corners 50">
            <a:extLst>
              <a:ext uri="{FF2B5EF4-FFF2-40B4-BE49-F238E27FC236}">
                <a16:creationId xmlns:a16="http://schemas.microsoft.com/office/drawing/2014/main" id="{F6D0DDA3-2081-1977-23D9-50BD0BE9EBC7}"/>
              </a:ext>
            </a:extLst>
          </p:cNvPr>
          <p:cNvSpPr/>
          <p:nvPr/>
        </p:nvSpPr>
        <p:spPr>
          <a:xfrm rot="2700000">
            <a:off x="7549026" y="2488779"/>
            <a:ext cx="232353" cy="23235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sp>
        <p:nvSpPr>
          <p:cNvPr id="52" name="Graphic 44">
            <a:extLst>
              <a:ext uri="{FF2B5EF4-FFF2-40B4-BE49-F238E27FC236}">
                <a16:creationId xmlns:a16="http://schemas.microsoft.com/office/drawing/2014/main" id="{349DED21-629D-E9B4-ACC3-C52A576E9455}"/>
              </a:ext>
            </a:extLst>
          </p:cNvPr>
          <p:cNvSpPr/>
          <p:nvPr/>
        </p:nvSpPr>
        <p:spPr>
          <a:xfrm>
            <a:off x="7606758" y="2547053"/>
            <a:ext cx="108808" cy="109216"/>
          </a:xfrm>
          <a:custGeom>
            <a:avLst/>
            <a:gdLst>
              <a:gd name="connsiteX0" fmla="*/ 162022 w 166588"/>
              <a:gd name="connsiteY0" fmla="*/ 126388 h 167213"/>
              <a:gd name="connsiteX1" fmla="*/ 140120 w 166588"/>
              <a:gd name="connsiteY1" fmla="*/ 104486 h 167213"/>
              <a:gd name="connsiteX2" fmla="*/ 120634 w 166588"/>
              <a:gd name="connsiteY2" fmla="*/ 104486 h 167213"/>
              <a:gd name="connsiteX3" fmla="*/ 106943 w 166588"/>
              <a:gd name="connsiteY3" fmla="*/ 118177 h 167213"/>
              <a:gd name="connsiteX4" fmla="*/ 103289 w 166588"/>
              <a:gd name="connsiteY4" fmla="*/ 118786 h 167213"/>
              <a:gd name="connsiteX5" fmla="*/ 94450 w 166588"/>
              <a:gd name="connsiteY5" fmla="*/ 113915 h 167213"/>
              <a:gd name="connsiteX6" fmla="*/ 60369 w 166588"/>
              <a:gd name="connsiteY6" fmla="*/ 82859 h 167213"/>
              <a:gd name="connsiteX7" fmla="*/ 48190 w 166588"/>
              <a:gd name="connsiteY7" fmla="*/ 63079 h 167213"/>
              <a:gd name="connsiteX8" fmla="*/ 48799 w 166588"/>
              <a:gd name="connsiteY8" fmla="*/ 59425 h 167213"/>
              <a:gd name="connsiteX9" fmla="*/ 62490 w 166588"/>
              <a:gd name="connsiteY9" fmla="*/ 46637 h 167213"/>
              <a:gd name="connsiteX10" fmla="*/ 62490 w 166588"/>
              <a:gd name="connsiteY10" fmla="*/ 26562 h 167213"/>
              <a:gd name="connsiteX11" fmla="*/ 51549 w 166588"/>
              <a:gd name="connsiteY11" fmla="*/ 15602 h 167213"/>
              <a:gd name="connsiteX12" fmla="*/ 40274 w 166588"/>
              <a:gd name="connsiteY12" fmla="*/ 4346 h 167213"/>
              <a:gd name="connsiteX13" fmla="*/ 20808 w 166588"/>
              <a:gd name="connsiteY13" fmla="*/ 4346 h 167213"/>
              <a:gd name="connsiteX14" fmla="*/ 7097 w 166588"/>
              <a:gd name="connsiteY14" fmla="*/ 18037 h 167213"/>
              <a:gd name="connsiteX15" fmla="*/ 104 w 166588"/>
              <a:gd name="connsiteY15" fmla="*/ 33260 h 167213"/>
              <a:gd name="connsiteX16" fmla="*/ 4975 w 166588"/>
              <a:gd name="connsiteY16" fmla="*/ 60643 h 167213"/>
              <a:gd name="connsiteX17" fmla="*/ 34499 w 166588"/>
              <a:gd name="connsiteY17" fmla="*/ 109947 h 167213"/>
              <a:gd name="connsiteX18" fmla="*/ 95059 w 166588"/>
              <a:gd name="connsiteY18" fmla="*/ 157444 h 167213"/>
              <a:gd name="connsiteX19" fmla="*/ 128235 w 166588"/>
              <a:gd name="connsiteY19" fmla="*/ 167187 h 167213"/>
              <a:gd name="connsiteX20" fmla="*/ 149548 w 166588"/>
              <a:gd name="connsiteY20" fmla="*/ 158956 h 167213"/>
              <a:gd name="connsiteX21" fmla="*/ 162022 w 166588"/>
              <a:gd name="connsiteY21" fmla="*/ 146483 h 167213"/>
              <a:gd name="connsiteX22" fmla="*/ 162022 w 166588"/>
              <a:gd name="connsiteY22" fmla="*/ 126388 h 16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6588" h="167213">
                <a:moveTo>
                  <a:pt x="162022" y="126388"/>
                </a:moveTo>
                <a:cubicBezTo>
                  <a:pt x="154714" y="119081"/>
                  <a:pt x="147427" y="111774"/>
                  <a:pt x="140120" y="104486"/>
                </a:cubicBezTo>
                <a:cubicBezTo>
                  <a:pt x="134325" y="98397"/>
                  <a:pt x="126723" y="98397"/>
                  <a:pt x="120634" y="104486"/>
                </a:cubicBezTo>
                <a:cubicBezTo>
                  <a:pt x="116077" y="109043"/>
                  <a:pt x="111500" y="113601"/>
                  <a:pt x="106943" y="118177"/>
                </a:cubicBezTo>
                <a:cubicBezTo>
                  <a:pt x="105725" y="119395"/>
                  <a:pt x="104801" y="119395"/>
                  <a:pt x="103289" y="118786"/>
                </a:cubicBezTo>
                <a:cubicBezTo>
                  <a:pt x="100539" y="116960"/>
                  <a:pt x="97200" y="115742"/>
                  <a:pt x="94450" y="113915"/>
                </a:cubicBezTo>
                <a:cubicBezTo>
                  <a:pt x="81367" y="105704"/>
                  <a:pt x="70112" y="95038"/>
                  <a:pt x="60369" y="82859"/>
                </a:cubicBezTo>
                <a:cubicBezTo>
                  <a:pt x="55497" y="76770"/>
                  <a:pt x="51235" y="70386"/>
                  <a:pt x="48190" y="63079"/>
                </a:cubicBezTo>
                <a:cubicBezTo>
                  <a:pt x="47581" y="61566"/>
                  <a:pt x="47581" y="60643"/>
                  <a:pt x="48799" y="59425"/>
                </a:cubicBezTo>
                <a:cubicBezTo>
                  <a:pt x="53671" y="55162"/>
                  <a:pt x="57933" y="50605"/>
                  <a:pt x="62490" y="46637"/>
                </a:cubicBezTo>
                <a:cubicBezTo>
                  <a:pt x="68894" y="40254"/>
                  <a:pt x="68894" y="32946"/>
                  <a:pt x="62490" y="26562"/>
                </a:cubicBezTo>
                <a:cubicBezTo>
                  <a:pt x="58542" y="22594"/>
                  <a:pt x="55183" y="19255"/>
                  <a:pt x="51549" y="15602"/>
                </a:cubicBezTo>
                <a:cubicBezTo>
                  <a:pt x="47581" y="11653"/>
                  <a:pt x="43928" y="8000"/>
                  <a:pt x="40274" y="4346"/>
                </a:cubicBezTo>
                <a:cubicBezTo>
                  <a:pt x="34499" y="-1449"/>
                  <a:pt x="26878" y="-1449"/>
                  <a:pt x="20808" y="4346"/>
                </a:cubicBezTo>
                <a:cubicBezTo>
                  <a:pt x="16231" y="8903"/>
                  <a:pt x="11674" y="13460"/>
                  <a:pt x="7097" y="18037"/>
                </a:cubicBezTo>
                <a:cubicBezTo>
                  <a:pt x="2835" y="22300"/>
                  <a:pt x="713" y="27466"/>
                  <a:pt x="104" y="33260"/>
                </a:cubicBezTo>
                <a:cubicBezTo>
                  <a:pt x="-505" y="42689"/>
                  <a:pt x="1617" y="51823"/>
                  <a:pt x="4975" y="60643"/>
                </a:cubicBezTo>
                <a:cubicBezTo>
                  <a:pt x="11674" y="79206"/>
                  <a:pt x="22026" y="95038"/>
                  <a:pt x="34499" y="109947"/>
                </a:cubicBezTo>
                <a:cubicBezTo>
                  <a:pt x="51235" y="130042"/>
                  <a:pt x="71624" y="146169"/>
                  <a:pt x="95059" y="157444"/>
                </a:cubicBezTo>
                <a:cubicBezTo>
                  <a:pt x="105725" y="162315"/>
                  <a:pt x="116686" y="166578"/>
                  <a:pt x="128235" y="167187"/>
                </a:cubicBezTo>
                <a:cubicBezTo>
                  <a:pt x="136761" y="167481"/>
                  <a:pt x="143773" y="165360"/>
                  <a:pt x="149548" y="158956"/>
                </a:cubicBezTo>
                <a:cubicBezTo>
                  <a:pt x="153497" y="154694"/>
                  <a:pt x="158073" y="150746"/>
                  <a:pt x="162022" y="146483"/>
                </a:cubicBezTo>
                <a:cubicBezTo>
                  <a:pt x="168111" y="140079"/>
                  <a:pt x="168111" y="132477"/>
                  <a:pt x="162022" y="126388"/>
                </a:cubicBezTo>
                <a:close/>
              </a:path>
            </a:pathLst>
          </a:custGeom>
          <a:solidFill>
            <a:schemeClr val="tx1"/>
          </a:solidFill>
          <a:ln w="1715" cap="flat">
            <a:noFill/>
            <a:prstDash val="solid"/>
            <a:miter/>
          </a:ln>
        </p:spPr>
        <p:txBody>
          <a:bodyPr rtlCol="0" anchor="ctr"/>
          <a:lstStyle/>
          <a:p>
            <a:endParaRPr lang="en-US" sz="1200"/>
          </a:p>
        </p:txBody>
      </p:sp>
      <p:pic>
        <p:nvPicPr>
          <p:cNvPr id="55" name="Graphic 54">
            <a:extLst>
              <a:ext uri="{FF2B5EF4-FFF2-40B4-BE49-F238E27FC236}">
                <a16:creationId xmlns:a16="http://schemas.microsoft.com/office/drawing/2014/main" id="{206AEA61-9E7A-CA0D-C0ED-84F8205B13B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50763" y="6472313"/>
            <a:ext cx="1267769" cy="292191"/>
          </a:xfrm>
          <a:prstGeom prst="rect">
            <a:avLst/>
          </a:prstGeom>
        </p:spPr>
      </p:pic>
      <p:sp>
        <p:nvSpPr>
          <p:cNvPr id="56" name="Rectangle: Rounded Corners 55">
            <a:extLst>
              <a:ext uri="{FF2B5EF4-FFF2-40B4-BE49-F238E27FC236}">
                <a16:creationId xmlns:a16="http://schemas.microsoft.com/office/drawing/2014/main" id="{352EADC7-45B8-4979-3620-215F3D1CBC51}"/>
              </a:ext>
            </a:extLst>
          </p:cNvPr>
          <p:cNvSpPr/>
          <p:nvPr/>
        </p:nvSpPr>
        <p:spPr>
          <a:xfrm>
            <a:off x="7578963" y="1206334"/>
            <a:ext cx="577862" cy="74196"/>
          </a:xfrm>
          <a:prstGeom prst="roundRect">
            <a:avLst>
              <a:gd name="adj" fmla="val 50000"/>
            </a:avLst>
          </a:prstGeom>
          <a:solidFill>
            <a:srgbClr val="CBFE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90">
              <a:latin typeface="Neo Sans Std" panose="020B0504030504040204" pitchFamily="34" charset="0"/>
            </a:endParaRPr>
          </a:p>
        </p:txBody>
      </p:sp>
      <p:grpSp>
        <p:nvGrpSpPr>
          <p:cNvPr id="70" name="Group 69">
            <a:extLst>
              <a:ext uri="{FF2B5EF4-FFF2-40B4-BE49-F238E27FC236}">
                <a16:creationId xmlns:a16="http://schemas.microsoft.com/office/drawing/2014/main" id="{2128C0A9-B447-816B-75E2-9C02FAEE7F4B}"/>
              </a:ext>
            </a:extLst>
          </p:cNvPr>
          <p:cNvGrpSpPr/>
          <p:nvPr/>
        </p:nvGrpSpPr>
        <p:grpSpPr>
          <a:xfrm>
            <a:off x="7582380" y="4585783"/>
            <a:ext cx="376749" cy="376749"/>
            <a:chOff x="11268027" y="6847365"/>
            <a:chExt cx="565221" cy="565221"/>
          </a:xfrm>
        </p:grpSpPr>
        <p:sp>
          <p:nvSpPr>
            <p:cNvPr id="59" name="Rectangle: Rounded Corners 58">
              <a:extLst>
                <a:ext uri="{FF2B5EF4-FFF2-40B4-BE49-F238E27FC236}">
                  <a16:creationId xmlns:a16="http://schemas.microsoft.com/office/drawing/2014/main" id="{A05121BC-4D1B-BED3-2C53-FB343093FC89}"/>
                </a:ext>
              </a:extLst>
            </p:cNvPr>
            <p:cNvSpPr/>
            <p:nvPr/>
          </p:nvSpPr>
          <p:spPr>
            <a:xfrm rot="2700000">
              <a:off x="11268027"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58" name="Graphic 57">
              <a:hlinkClick r:id="rId9"/>
              <a:extLst>
                <a:ext uri="{FF2B5EF4-FFF2-40B4-BE49-F238E27FC236}">
                  <a16:creationId xmlns:a16="http://schemas.microsoft.com/office/drawing/2014/main" id="{FD37DB25-A72F-BF74-3573-846B8281577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386555" y="6951788"/>
              <a:ext cx="330814" cy="330814"/>
            </a:xfrm>
            <a:prstGeom prst="rect">
              <a:avLst/>
            </a:prstGeom>
          </p:spPr>
        </p:pic>
      </p:grpSp>
      <p:grpSp>
        <p:nvGrpSpPr>
          <p:cNvPr id="69" name="Group 68">
            <a:extLst>
              <a:ext uri="{FF2B5EF4-FFF2-40B4-BE49-F238E27FC236}">
                <a16:creationId xmlns:a16="http://schemas.microsoft.com/office/drawing/2014/main" id="{5017BFD1-EB6F-C843-3D89-0C9CCA7DA4FB}"/>
              </a:ext>
            </a:extLst>
          </p:cNvPr>
          <p:cNvGrpSpPr/>
          <p:nvPr/>
        </p:nvGrpSpPr>
        <p:grpSpPr>
          <a:xfrm>
            <a:off x="8233924" y="4585783"/>
            <a:ext cx="376749" cy="376749"/>
            <a:chOff x="12245513" y="6847365"/>
            <a:chExt cx="565221" cy="565221"/>
          </a:xfrm>
        </p:grpSpPr>
        <p:sp>
          <p:nvSpPr>
            <p:cNvPr id="64" name="Rectangle: Rounded Corners 63">
              <a:extLst>
                <a:ext uri="{FF2B5EF4-FFF2-40B4-BE49-F238E27FC236}">
                  <a16:creationId xmlns:a16="http://schemas.microsoft.com/office/drawing/2014/main" id="{BAA5C2DF-3693-814A-A434-15D0B6740B49}"/>
                </a:ext>
              </a:extLst>
            </p:cNvPr>
            <p:cNvSpPr/>
            <p:nvPr/>
          </p:nvSpPr>
          <p:spPr>
            <a:xfrm rot="2700000">
              <a:off x="12245513"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61" name="Graphic 60">
              <a:hlinkClick r:id="rId11"/>
              <a:extLst>
                <a:ext uri="{FF2B5EF4-FFF2-40B4-BE49-F238E27FC236}">
                  <a16:creationId xmlns:a16="http://schemas.microsoft.com/office/drawing/2014/main" id="{1C41CA55-62EE-3A44-0310-0E5037031C9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349627" y="6942494"/>
              <a:ext cx="356991" cy="356991"/>
            </a:xfrm>
            <a:prstGeom prst="rect">
              <a:avLst/>
            </a:prstGeom>
          </p:spPr>
        </p:pic>
      </p:grpSp>
      <p:grpSp>
        <p:nvGrpSpPr>
          <p:cNvPr id="68" name="Group 67">
            <a:extLst>
              <a:ext uri="{FF2B5EF4-FFF2-40B4-BE49-F238E27FC236}">
                <a16:creationId xmlns:a16="http://schemas.microsoft.com/office/drawing/2014/main" id="{EC9D1E7E-A736-1E2F-B23F-C1BEF8D1720B}"/>
              </a:ext>
            </a:extLst>
          </p:cNvPr>
          <p:cNvGrpSpPr/>
          <p:nvPr/>
        </p:nvGrpSpPr>
        <p:grpSpPr>
          <a:xfrm>
            <a:off x="8873211" y="4585783"/>
            <a:ext cx="376749" cy="376749"/>
            <a:chOff x="13204610" y="6847365"/>
            <a:chExt cx="565221" cy="565221"/>
          </a:xfrm>
        </p:grpSpPr>
        <p:sp>
          <p:nvSpPr>
            <p:cNvPr id="67" name="Rectangle: Rounded Corners 66">
              <a:extLst>
                <a:ext uri="{FF2B5EF4-FFF2-40B4-BE49-F238E27FC236}">
                  <a16:creationId xmlns:a16="http://schemas.microsoft.com/office/drawing/2014/main" id="{569E8181-1D8D-F7BD-D1A5-57F516E1823B}"/>
                </a:ext>
              </a:extLst>
            </p:cNvPr>
            <p:cNvSpPr/>
            <p:nvPr/>
          </p:nvSpPr>
          <p:spPr>
            <a:xfrm rot="2700000">
              <a:off x="13204610"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66" name="Graphic 65">
              <a:hlinkClick r:id="rId13"/>
              <a:extLst>
                <a:ext uri="{FF2B5EF4-FFF2-40B4-BE49-F238E27FC236}">
                  <a16:creationId xmlns:a16="http://schemas.microsoft.com/office/drawing/2014/main" id="{6CC7E8E5-F2CE-38AA-4907-2C0E3F1BDBC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3325220" y="6960777"/>
              <a:ext cx="324000" cy="324000"/>
            </a:xfrm>
            <a:prstGeom prst="rect">
              <a:avLst/>
            </a:prstGeom>
          </p:spPr>
        </p:pic>
      </p:grpSp>
      <p:pic>
        <p:nvPicPr>
          <p:cNvPr id="12" name="Graphic 11">
            <a:extLst>
              <a:ext uri="{FF2B5EF4-FFF2-40B4-BE49-F238E27FC236}">
                <a16:creationId xmlns:a16="http://schemas.microsoft.com/office/drawing/2014/main" id="{064CC01B-6B1C-C81A-42CE-8F6E939A4917}"/>
              </a:ext>
            </a:extLst>
          </p:cNvPr>
          <p:cNvPicPr>
            <a:picLocks noChangeAspect="1"/>
          </p:cNvPicPr>
          <p:nvPr/>
        </p:nvPicPr>
        <p:blipFill>
          <a:blip>
            <a:extLst>
              <a:ext uri="{96DAC541-7B7A-43D3-8B79-37D633B846F1}">
                <asvg:svgBlip xmlns:asvg="http://schemas.microsoft.com/office/drawing/2016/SVG/main" r:embed="rId15"/>
              </a:ext>
            </a:extLst>
          </a:blip>
          <a:srcRect l="1" r="47863"/>
          <a:stretch>
            <a:fillRect/>
          </a:stretch>
        </p:blipFill>
        <p:spPr>
          <a:xfrm>
            <a:off x="7578964" y="3654578"/>
            <a:ext cx="1272428" cy="464522"/>
          </a:xfrm>
          <a:prstGeom prst="rect">
            <a:avLst/>
          </a:prstGeom>
        </p:spPr>
      </p:pic>
      <p:grpSp>
        <p:nvGrpSpPr>
          <p:cNvPr id="17" name="Gráfico 15">
            <a:extLst>
              <a:ext uri="{FF2B5EF4-FFF2-40B4-BE49-F238E27FC236}">
                <a16:creationId xmlns:a16="http://schemas.microsoft.com/office/drawing/2014/main" id="{53C4E534-2B2E-20E9-260A-8F976FF8B933}"/>
              </a:ext>
            </a:extLst>
          </p:cNvPr>
          <p:cNvGrpSpPr/>
          <p:nvPr/>
        </p:nvGrpSpPr>
        <p:grpSpPr>
          <a:xfrm>
            <a:off x="1026374" y="2426362"/>
            <a:ext cx="3228010" cy="1822059"/>
            <a:chOff x="1026374" y="2426362"/>
            <a:chExt cx="3228010" cy="1822059"/>
          </a:xfrm>
          <a:solidFill>
            <a:schemeClr val="bg1"/>
          </a:solidFill>
        </p:grpSpPr>
        <p:grpSp>
          <p:nvGrpSpPr>
            <p:cNvPr id="18" name="Gráfico 15">
              <a:extLst>
                <a:ext uri="{FF2B5EF4-FFF2-40B4-BE49-F238E27FC236}">
                  <a16:creationId xmlns:a16="http://schemas.microsoft.com/office/drawing/2014/main" id="{AF8B476C-81B2-FAA2-E6DA-0774A32746CC}"/>
                </a:ext>
              </a:extLst>
            </p:cNvPr>
            <p:cNvGrpSpPr/>
            <p:nvPr/>
          </p:nvGrpSpPr>
          <p:grpSpPr>
            <a:xfrm>
              <a:off x="1026717" y="2547307"/>
              <a:ext cx="2382045" cy="784000"/>
              <a:chOff x="1026717" y="2547307"/>
              <a:chExt cx="2382045" cy="784000"/>
            </a:xfrm>
            <a:solidFill>
              <a:schemeClr val="bg1"/>
            </a:solidFill>
          </p:grpSpPr>
          <p:sp>
            <p:nvSpPr>
              <p:cNvPr id="20" name="Forma Livre: Forma 19">
                <a:extLst>
                  <a:ext uri="{FF2B5EF4-FFF2-40B4-BE49-F238E27FC236}">
                    <a16:creationId xmlns:a16="http://schemas.microsoft.com/office/drawing/2014/main" id="{B3340326-491A-9FDE-DF29-68F48870A155}"/>
                  </a:ext>
                </a:extLst>
              </p:cNvPr>
              <p:cNvSpPr/>
              <p:nvPr/>
            </p:nvSpPr>
            <p:spPr>
              <a:xfrm>
                <a:off x="1026717" y="2556615"/>
                <a:ext cx="582612" cy="767446"/>
              </a:xfrm>
              <a:custGeom>
                <a:avLst/>
                <a:gdLst>
                  <a:gd name="connsiteX0" fmla="*/ 582612 w 582612"/>
                  <a:gd name="connsiteY0" fmla="*/ 240647 h 767446"/>
                  <a:gd name="connsiteX1" fmla="*/ 580551 w 582612"/>
                  <a:gd name="connsiteY1" fmla="*/ 263384 h 767446"/>
                  <a:gd name="connsiteX2" fmla="*/ 559906 w 582612"/>
                  <a:gd name="connsiteY2" fmla="*/ 282998 h 767446"/>
                  <a:gd name="connsiteX3" fmla="*/ 459712 w 582612"/>
                  <a:gd name="connsiteY3" fmla="*/ 282998 h 767446"/>
                  <a:gd name="connsiteX4" fmla="*/ 441129 w 582612"/>
                  <a:gd name="connsiteY4" fmla="*/ 491663 h 767446"/>
                  <a:gd name="connsiteX5" fmla="*/ 542353 w 582612"/>
                  <a:gd name="connsiteY5" fmla="*/ 491663 h 767446"/>
                  <a:gd name="connsiteX6" fmla="*/ 558876 w 582612"/>
                  <a:gd name="connsiteY6" fmla="*/ 511277 h 767446"/>
                  <a:gd name="connsiteX7" fmla="*/ 558876 w 582612"/>
                  <a:gd name="connsiteY7" fmla="*/ 513339 h 767446"/>
                  <a:gd name="connsiteX8" fmla="*/ 556814 w 582612"/>
                  <a:gd name="connsiteY8" fmla="*/ 535045 h 767446"/>
                  <a:gd name="connsiteX9" fmla="*/ 536169 w 582612"/>
                  <a:gd name="connsiteY9" fmla="*/ 554659 h 767446"/>
                  <a:gd name="connsiteX10" fmla="*/ 434945 w 582612"/>
                  <a:gd name="connsiteY10" fmla="*/ 554659 h 767446"/>
                  <a:gd name="connsiteX11" fmla="*/ 418423 w 582612"/>
                  <a:gd name="connsiteY11" fmla="*/ 747833 h 767446"/>
                  <a:gd name="connsiteX12" fmla="*/ 399839 w 582612"/>
                  <a:gd name="connsiteY12" fmla="*/ 767447 h 767446"/>
                  <a:gd name="connsiteX13" fmla="*/ 354396 w 582612"/>
                  <a:gd name="connsiteY13" fmla="*/ 767447 h 767446"/>
                  <a:gd name="connsiteX14" fmla="*/ 337874 w 582612"/>
                  <a:gd name="connsiteY14" fmla="*/ 749894 h 767446"/>
                  <a:gd name="connsiteX15" fmla="*/ 337874 w 582612"/>
                  <a:gd name="connsiteY15" fmla="*/ 747833 h 767446"/>
                  <a:gd name="connsiteX16" fmla="*/ 354396 w 582612"/>
                  <a:gd name="connsiteY16" fmla="*/ 554659 h 767446"/>
                  <a:gd name="connsiteX17" fmla="*/ 194298 w 582612"/>
                  <a:gd name="connsiteY17" fmla="*/ 554659 h 767446"/>
                  <a:gd name="connsiteX18" fmla="*/ 177776 w 582612"/>
                  <a:gd name="connsiteY18" fmla="*/ 747833 h 767446"/>
                  <a:gd name="connsiteX19" fmla="*/ 159192 w 582612"/>
                  <a:gd name="connsiteY19" fmla="*/ 767447 h 767446"/>
                  <a:gd name="connsiteX20" fmla="*/ 112718 w 582612"/>
                  <a:gd name="connsiteY20" fmla="*/ 767447 h 767446"/>
                  <a:gd name="connsiteX21" fmla="*/ 96196 w 582612"/>
                  <a:gd name="connsiteY21" fmla="*/ 749894 h 767446"/>
                  <a:gd name="connsiteX22" fmla="*/ 96196 w 582612"/>
                  <a:gd name="connsiteY22" fmla="*/ 747833 h 767446"/>
                  <a:gd name="connsiteX23" fmla="*/ 112718 w 582612"/>
                  <a:gd name="connsiteY23" fmla="*/ 554659 h 767446"/>
                  <a:gd name="connsiteX24" fmla="*/ 16522 w 582612"/>
                  <a:gd name="connsiteY24" fmla="*/ 554659 h 767446"/>
                  <a:gd name="connsiteX25" fmla="*/ 0 w 582612"/>
                  <a:gd name="connsiteY25" fmla="*/ 535045 h 767446"/>
                  <a:gd name="connsiteX26" fmla="*/ 0 w 582612"/>
                  <a:gd name="connsiteY26" fmla="*/ 532984 h 767446"/>
                  <a:gd name="connsiteX27" fmla="*/ 2061 w 582612"/>
                  <a:gd name="connsiteY27" fmla="*/ 511277 h 767446"/>
                  <a:gd name="connsiteX28" fmla="*/ 22737 w 582612"/>
                  <a:gd name="connsiteY28" fmla="*/ 491663 h 767446"/>
                  <a:gd name="connsiteX29" fmla="*/ 118809 w 582612"/>
                  <a:gd name="connsiteY29" fmla="*/ 491663 h 767446"/>
                  <a:gd name="connsiteX30" fmla="*/ 137392 w 582612"/>
                  <a:gd name="connsiteY30" fmla="*/ 282998 h 767446"/>
                  <a:gd name="connsiteX31" fmla="*/ 40290 w 582612"/>
                  <a:gd name="connsiteY31" fmla="*/ 282998 h 767446"/>
                  <a:gd name="connsiteX32" fmla="*/ 23768 w 582612"/>
                  <a:gd name="connsiteY32" fmla="*/ 263384 h 767446"/>
                  <a:gd name="connsiteX33" fmla="*/ 23768 w 582612"/>
                  <a:gd name="connsiteY33" fmla="*/ 261323 h 767446"/>
                  <a:gd name="connsiteX34" fmla="*/ 25829 w 582612"/>
                  <a:gd name="connsiteY34" fmla="*/ 238586 h 767446"/>
                  <a:gd name="connsiteX35" fmla="*/ 46474 w 582612"/>
                  <a:gd name="connsiteY35" fmla="*/ 218972 h 767446"/>
                  <a:gd name="connsiteX36" fmla="*/ 142545 w 582612"/>
                  <a:gd name="connsiteY36" fmla="*/ 218972 h 767446"/>
                  <a:gd name="connsiteX37" fmla="*/ 160098 w 582612"/>
                  <a:gd name="connsiteY37" fmla="*/ 19614 h 767446"/>
                  <a:gd name="connsiteX38" fmla="*/ 179712 w 582612"/>
                  <a:gd name="connsiteY38" fmla="*/ 0 h 767446"/>
                  <a:gd name="connsiteX39" fmla="*/ 226186 w 582612"/>
                  <a:gd name="connsiteY39" fmla="*/ 0 h 767446"/>
                  <a:gd name="connsiteX40" fmla="*/ 241678 w 582612"/>
                  <a:gd name="connsiteY40" fmla="*/ 17553 h 767446"/>
                  <a:gd name="connsiteX41" fmla="*/ 241678 w 582612"/>
                  <a:gd name="connsiteY41" fmla="*/ 19614 h 767446"/>
                  <a:gd name="connsiteX42" fmla="*/ 224125 w 582612"/>
                  <a:gd name="connsiteY42" fmla="*/ 218972 h 767446"/>
                  <a:gd name="connsiteX43" fmla="*/ 384223 w 582612"/>
                  <a:gd name="connsiteY43" fmla="*/ 218972 h 767446"/>
                  <a:gd name="connsiteX44" fmla="*/ 401776 w 582612"/>
                  <a:gd name="connsiteY44" fmla="*/ 19614 h 767446"/>
                  <a:gd name="connsiteX45" fmla="*/ 421390 w 582612"/>
                  <a:gd name="connsiteY45" fmla="*/ 0 h 767446"/>
                  <a:gd name="connsiteX46" fmla="*/ 466833 w 582612"/>
                  <a:gd name="connsiteY46" fmla="*/ 0 h 767446"/>
                  <a:gd name="connsiteX47" fmla="*/ 482324 w 582612"/>
                  <a:gd name="connsiteY47" fmla="*/ 17553 h 767446"/>
                  <a:gd name="connsiteX48" fmla="*/ 482324 w 582612"/>
                  <a:gd name="connsiteY48" fmla="*/ 19614 h 767446"/>
                  <a:gd name="connsiteX49" fmla="*/ 464772 w 582612"/>
                  <a:gd name="connsiteY49" fmla="*/ 218972 h 767446"/>
                  <a:gd name="connsiteX50" fmla="*/ 565997 w 582612"/>
                  <a:gd name="connsiteY50" fmla="*/ 218972 h 767446"/>
                  <a:gd name="connsiteX51" fmla="*/ 582519 w 582612"/>
                  <a:gd name="connsiteY51" fmla="*/ 238586 h 767446"/>
                  <a:gd name="connsiteX52" fmla="*/ 582519 w 582612"/>
                  <a:gd name="connsiteY52" fmla="*/ 240647 h 767446"/>
                  <a:gd name="connsiteX53" fmla="*/ 219003 w 582612"/>
                  <a:gd name="connsiteY53" fmla="*/ 282998 h 767446"/>
                  <a:gd name="connsiteX54" fmla="*/ 200419 w 582612"/>
                  <a:gd name="connsiteY54" fmla="*/ 491663 h 767446"/>
                  <a:gd name="connsiteX55" fmla="*/ 360517 w 582612"/>
                  <a:gd name="connsiteY55" fmla="*/ 491663 h 767446"/>
                  <a:gd name="connsiteX56" fmla="*/ 379101 w 582612"/>
                  <a:gd name="connsiteY56" fmla="*/ 282998 h 767446"/>
                  <a:gd name="connsiteX57" fmla="*/ 219003 w 582612"/>
                  <a:gd name="connsiteY57" fmla="*/ 282998 h 767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2612" h="767446">
                    <a:moveTo>
                      <a:pt x="582612" y="240647"/>
                    </a:moveTo>
                    <a:lnTo>
                      <a:pt x="580551" y="263384"/>
                    </a:lnTo>
                    <a:cubicBezTo>
                      <a:pt x="579520" y="274753"/>
                      <a:pt x="571244" y="282998"/>
                      <a:pt x="559906" y="282998"/>
                    </a:cubicBezTo>
                    <a:lnTo>
                      <a:pt x="459712" y="282998"/>
                    </a:lnTo>
                    <a:lnTo>
                      <a:pt x="441129" y="491663"/>
                    </a:lnTo>
                    <a:lnTo>
                      <a:pt x="542353" y="491663"/>
                    </a:lnTo>
                    <a:cubicBezTo>
                      <a:pt x="552691" y="491663"/>
                      <a:pt x="558876" y="500970"/>
                      <a:pt x="558876" y="511277"/>
                    </a:cubicBezTo>
                    <a:lnTo>
                      <a:pt x="558876" y="513339"/>
                    </a:lnTo>
                    <a:lnTo>
                      <a:pt x="556814" y="535045"/>
                    </a:lnTo>
                    <a:cubicBezTo>
                      <a:pt x="555783" y="546414"/>
                      <a:pt x="547507" y="554659"/>
                      <a:pt x="536169" y="554659"/>
                    </a:cubicBezTo>
                    <a:lnTo>
                      <a:pt x="434945" y="554659"/>
                    </a:lnTo>
                    <a:lnTo>
                      <a:pt x="418423" y="747833"/>
                    </a:lnTo>
                    <a:cubicBezTo>
                      <a:pt x="417392" y="758171"/>
                      <a:pt x="411177" y="767447"/>
                      <a:pt x="399839" y="767447"/>
                    </a:cubicBezTo>
                    <a:lnTo>
                      <a:pt x="354396" y="767447"/>
                    </a:lnTo>
                    <a:cubicBezTo>
                      <a:pt x="344058" y="767447"/>
                      <a:pt x="337874" y="759170"/>
                      <a:pt x="337874" y="749894"/>
                    </a:cubicBezTo>
                    <a:lnTo>
                      <a:pt x="337874" y="747833"/>
                    </a:lnTo>
                    <a:lnTo>
                      <a:pt x="354396" y="554659"/>
                    </a:lnTo>
                    <a:lnTo>
                      <a:pt x="194298" y="554659"/>
                    </a:lnTo>
                    <a:lnTo>
                      <a:pt x="177776" y="747833"/>
                    </a:lnTo>
                    <a:cubicBezTo>
                      <a:pt x="176745" y="758171"/>
                      <a:pt x="169499" y="767447"/>
                      <a:pt x="159192" y="767447"/>
                    </a:cubicBezTo>
                    <a:lnTo>
                      <a:pt x="112718" y="767447"/>
                    </a:lnTo>
                    <a:cubicBezTo>
                      <a:pt x="103411" y="767447"/>
                      <a:pt x="96196" y="759170"/>
                      <a:pt x="96196" y="749894"/>
                    </a:cubicBezTo>
                    <a:lnTo>
                      <a:pt x="96196" y="747833"/>
                    </a:lnTo>
                    <a:lnTo>
                      <a:pt x="112718" y="554659"/>
                    </a:lnTo>
                    <a:lnTo>
                      <a:pt x="16522" y="554659"/>
                    </a:lnTo>
                    <a:cubicBezTo>
                      <a:pt x="6184" y="554659"/>
                      <a:pt x="0" y="545352"/>
                      <a:pt x="0" y="535045"/>
                    </a:cubicBezTo>
                    <a:lnTo>
                      <a:pt x="0" y="532984"/>
                    </a:lnTo>
                    <a:lnTo>
                      <a:pt x="2061" y="511277"/>
                    </a:lnTo>
                    <a:cubicBezTo>
                      <a:pt x="3092" y="499909"/>
                      <a:pt x="11369" y="491663"/>
                      <a:pt x="22737" y="491663"/>
                    </a:cubicBezTo>
                    <a:lnTo>
                      <a:pt x="118809" y="491663"/>
                    </a:lnTo>
                    <a:lnTo>
                      <a:pt x="137392" y="282998"/>
                    </a:lnTo>
                    <a:lnTo>
                      <a:pt x="40290" y="282998"/>
                    </a:lnTo>
                    <a:cubicBezTo>
                      <a:pt x="29952" y="282998"/>
                      <a:pt x="23768" y="273691"/>
                      <a:pt x="23768" y="263384"/>
                    </a:cubicBezTo>
                    <a:lnTo>
                      <a:pt x="23768" y="261323"/>
                    </a:lnTo>
                    <a:lnTo>
                      <a:pt x="25829" y="238586"/>
                    </a:lnTo>
                    <a:cubicBezTo>
                      <a:pt x="26860" y="227217"/>
                      <a:pt x="35137" y="218972"/>
                      <a:pt x="46474" y="218972"/>
                    </a:cubicBezTo>
                    <a:lnTo>
                      <a:pt x="142545" y="218972"/>
                    </a:lnTo>
                    <a:lnTo>
                      <a:pt x="160098" y="19614"/>
                    </a:lnTo>
                    <a:cubicBezTo>
                      <a:pt x="161129" y="9276"/>
                      <a:pt x="169405" y="0"/>
                      <a:pt x="179712" y="0"/>
                    </a:cubicBezTo>
                    <a:lnTo>
                      <a:pt x="226186" y="0"/>
                    </a:lnTo>
                    <a:cubicBezTo>
                      <a:pt x="235494" y="0"/>
                      <a:pt x="241678" y="8277"/>
                      <a:pt x="241678" y="17553"/>
                    </a:cubicBezTo>
                    <a:lnTo>
                      <a:pt x="241678" y="19614"/>
                    </a:lnTo>
                    <a:lnTo>
                      <a:pt x="224125" y="218972"/>
                    </a:lnTo>
                    <a:lnTo>
                      <a:pt x="384223" y="218972"/>
                    </a:lnTo>
                    <a:lnTo>
                      <a:pt x="401776" y="19614"/>
                    </a:lnTo>
                    <a:cubicBezTo>
                      <a:pt x="402806" y="9276"/>
                      <a:pt x="410052" y="0"/>
                      <a:pt x="421390" y="0"/>
                    </a:cubicBezTo>
                    <a:lnTo>
                      <a:pt x="466833" y="0"/>
                    </a:lnTo>
                    <a:cubicBezTo>
                      <a:pt x="477171" y="0"/>
                      <a:pt x="482324" y="8277"/>
                      <a:pt x="482324" y="17553"/>
                    </a:cubicBezTo>
                    <a:lnTo>
                      <a:pt x="482324" y="19614"/>
                    </a:lnTo>
                    <a:lnTo>
                      <a:pt x="464772" y="218972"/>
                    </a:lnTo>
                    <a:lnTo>
                      <a:pt x="565997" y="218972"/>
                    </a:lnTo>
                    <a:cubicBezTo>
                      <a:pt x="576335" y="218972"/>
                      <a:pt x="582519" y="228279"/>
                      <a:pt x="582519" y="238586"/>
                    </a:cubicBezTo>
                    <a:lnTo>
                      <a:pt x="582519" y="240647"/>
                    </a:lnTo>
                    <a:close/>
                    <a:moveTo>
                      <a:pt x="219003" y="282998"/>
                    </a:moveTo>
                    <a:lnTo>
                      <a:pt x="200419" y="491663"/>
                    </a:lnTo>
                    <a:lnTo>
                      <a:pt x="360517" y="491663"/>
                    </a:lnTo>
                    <a:lnTo>
                      <a:pt x="379101" y="282998"/>
                    </a:lnTo>
                    <a:lnTo>
                      <a:pt x="219003" y="282998"/>
                    </a:lnTo>
                    <a:close/>
                  </a:path>
                </a:pathLst>
              </a:custGeom>
              <a:solidFill>
                <a:schemeClr val="bg1"/>
              </a:solidFill>
              <a:ln w="3123"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F66EC12F-A8AC-FFF6-E874-F7306C036E87}"/>
                  </a:ext>
                </a:extLst>
              </p:cNvPr>
              <p:cNvSpPr/>
              <p:nvPr/>
            </p:nvSpPr>
            <p:spPr>
              <a:xfrm>
                <a:off x="1689878" y="2547307"/>
                <a:ext cx="436943" cy="784000"/>
              </a:xfrm>
              <a:custGeom>
                <a:avLst/>
                <a:gdLst>
                  <a:gd name="connsiteX0" fmla="*/ 211757 w 436943"/>
                  <a:gd name="connsiteY0" fmla="*/ 784000 h 784000"/>
                  <a:gd name="connsiteX1" fmla="*/ 21707 w 436943"/>
                  <a:gd name="connsiteY1" fmla="*/ 766447 h 784000"/>
                  <a:gd name="connsiteX2" fmla="*/ 0 w 436943"/>
                  <a:gd name="connsiteY2" fmla="*/ 742679 h 784000"/>
                  <a:gd name="connsiteX3" fmla="*/ 0 w 436943"/>
                  <a:gd name="connsiteY3" fmla="*/ 19614 h 784000"/>
                  <a:gd name="connsiteX4" fmla="*/ 18583 w 436943"/>
                  <a:gd name="connsiteY4" fmla="*/ 0 h 784000"/>
                  <a:gd name="connsiteX5" fmla="*/ 71273 w 436943"/>
                  <a:gd name="connsiteY5" fmla="*/ 0 h 784000"/>
                  <a:gd name="connsiteX6" fmla="*/ 90887 w 436943"/>
                  <a:gd name="connsiteY6" fmla="*/ 19614 h 784000"/>
                  <a:gd name="connsiteX7" fmla="*/ 90887 w 436943"/>
                  <a:gd name="connsiteY7" fmla="*/ 211757 h 784000"/>
                  <a:gd name="connsiteX8" fmla="*/ 211757 w 436943"/>
                  <a:gd name="connsiteY8" fmla="*/ 201419 h 784000"/>
                  <a:gd name="connsiteX9" fmla="*/ 436944 w 436943"/>
                  <a:gd name="connsiteY9" fmla="*/ 454496 h 784000"/>
                  <a:gd name="connsiteX10" fmla="*/ 436944 w 436943"/>
                  <a:gd name="connsiteY10" fmla="*/ 528861 h 784000"/>
                  <a:gd name="connsiteX11" fmla="*/ 211757 w 436943"/>
                  <a:gd name="connsiteY11" fmla="*/ 784000 h 784000"/>
                  <a:gd name="connsiteX12" fmla="*/ 346057 w 436943"/>
                  <a:gd name="connsiteY12" fmla="*/ 454496 h 784000"/>
                  <a:gd name="connsiteX13" fmla="*/ 211757 w 436943"/>
                  <a:gd name="connsiteY13" fmla="*/ 280968 h 784000"/>
                  <a:gd name="connsiteX14" fmla="*/ 90887 w 436943"/>
                  <a:gd name="connsiteY14" fmla="*/ 288183 h 784000"/>
                  <a:gd name="connsiteX15" fmla="*/ 90887 w 436943"/>
                  <a:gd name="connsiteY15" fmla="*/ 698267 h 784000"/>
                  <a:gd name="connsiteX16" fmla="*/ 211757 w 436943"/>
                  <a:gd name="connsiteY16" fmla="*/ 704451 h 784000"/>
                  <a:gd name="connsiteX17" fmla="*/ 346057 w 436943"/>
                  <a:gd name="connsiteY17" fmla="*/ 528861 h 784000"/>
                  <a:gd name="connsiteX18" fmla="*/ 346057 w 436943"/>
                  <a:gd name="connsiteY18" fmla="*/ 454496 h 7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6943" h="784000">
                    <a:moveTo>
                      <a:pt x="211757" y="784000"/>
                    </a:moveTo>
                    <a:cubicBezTo>
                      <a:pt x="149791" y="784000"/>
                      <a:pt x="85733" y="778847"/>
                      <a:pt x="21707" y="766447"/>
                    </a:cubicBezTo>
                    <a:cubicBezTo>
                      <a:pt x="3123" y="763355"/>
                      <a:pt x="0" y="757140"/>
                      <a:pt x="0" y="742679"/>
                    </a:cubicBezTo>
                    <a:lnTo>
                      <a:pt x="0" y="19614"/>
                    </a:lnTo>
                    <a:cubicBezTo>
                      <a:pt x="0" y="9276"/>
                      <a:pt x="7215" y="0"/>
                      <a:pt x="18583" y="0"/>
                    </a:cubicBezTo>
                    <a:lnTo>
                      <a:pt x="71273" y="0"/>
                    </a:lnTo>
                    <a:cubicBezTo>
                      <a:pt x="81611" y="0"/>
                      <a:pt x="90887" y="8277"/>
                      <a:pt x="90887" y="19614"/>
                    </a:cubicBezTo>
                    <a:lnTo>
                      <a:pt x="90887" y="211757"/>
                    </a:lnTo>
                    <a:cubicBezTo>
                      <a:pt x="130146" y="204542"/>
                      <a:pt x="178681" y="201419"/>
                      <a:pt x="211757" y="201419"/>
                    </a:cubicBezTo>
                    <a:cubicBezTo>
                      <a:pt x="361548" y="201419"/>
                      <a:pt x="436944" y="292306"/>
                      <a:pt x="436944" y="454496"/>
                    </a:cubicBezTo>
                    <a:lnTo>
                      <a:pt x="436944" y="528861"/>
                    </a:lnTo>
                    <a:cubicBezTo>
                      <a:pt x="436944" y="683806"/>
                      <a:pt x="366702" y="784000"/>
                      <a:pt x="211757" y="784000"/>
                    </a:cubicBezTo>
                    <a:close/>
                    <a:moveTo>
                      <a:pt x="346057" y="454496"/>
                    </a:moveTo>
                    <a:cubicBezTo>
                      <a:pt x="346057" y="343964"/>
                      <a:pt x="313013" y="280968"/>
                      <a:pt x="211757" y="280968"/>
                    </a:cubicBezTo>
                    <a:cubicBezTo>
                      <a:pt x="179743" y="280968"/>
                      <a:pt x="124993" y="281999"/>
                      <a:pt x="90887" y="288183"/>
                    </a:cubicBezTo>
                    <a:lnTo>
                      <a:pt x="90887" y="698267"/>
                    </a:lnTo>
                    <a:cubicBezTo>
                      <a:pt x="126023" y="701359"/>
                      <a:pt x="176620" y="704451"/>
                      <a:pt x="211757" y="704451"/>
                    </a:cubicBezTo>
                    <a:cubicBezTo>
                      <a:pt x="314012" y="704451"/>
                      <a:pt x="346057" y="641455"/>
                      <a:pt x="346057" y="528861"/>
                    </a:cubicBezTo>
                    <a:lnTo>
                      <a:pt x="346057" y="454496"/>
                    </a:lnTo>
                    <a:close/>
                  </a:path>
                </a:pathLst>
              </a:custGeom>
              <a:solidFill>
                <a:schemeClr val="bg1"/>
              </a:solidFill>
              <a:ln w="3123"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2D6DBB40-88C3-1692-01BD-27760B37B9DC}"/>
                  </a:ext>
                </a:extLst>
              </p:cNvPr>
              <p:cNvSpPr/>
              <p:nvPr/>
            </p:nvSpPr>
            <p:spPr>
              <a:xfrm>
                <a:off x="2188818" y="2748695"/>
                <a:ext cx="459649" cy="582612"/>
              </a:xfrm>
              <a:custGeom>
                <a:avLst/>
                <a:gdLst>
                  <a:gd name="connsiteX0" fmla="*/ 229309 w 459649"/>
                  <a:gd name="connsiteY0" fmla="*/ 582612 h 582612"/>
                  <a:gd name="connsiteX1" fmla="*/ 0 w 459649"/>
                  <a:gd name="connsiteY1" fmla="*/ 330566 h 582612"/>
                  <a:gd name="connsiteX2" fmla="*/ 0 w 459649"/>
                  <a:gd name="connsiteY2" fmla="*/ 252047 h 582612"/>
                  <a:gd name="connsiteX3" fmla="*/ 229309 w 459649"/>
                  <a:gd name="connsiteY3" fmla="*/ 0 h 582612"/>
                  <a:gd name="connsiteX4" fmla="*/ 459650 w 459649"/>
                  <a:gd name="connsiteY4" fmla="*/ 252047 h 582612"/>
                  <a:gd name="connsiteX5" fmla="*/ 459650 w 459649"/>
                  <a:gd name="connsiteY5" fmla="*/ 330566 h 582612"/>
                  <a:gd name="connsiteX6" fmla="*/ 229309 w 459649"/>
                  <a:gd name="connsiteY6" fmla="*/ 582612 h 582612"/>
                  <a:gd name="connsiteX7" fmla="*/ 368763 w 459649"/>
                  <a:gd name="connsiteY7" fmla="*/ 252047 h 582612"/>
                  <a:gd name="connsiteX8" fmla="*/ 229309 w 459649"/>
                  <a:gd name="connsiteY8" fmla="*/ 79549 h 582612"/>
                  <a:gd name="connsiteX9" fmla="*/ 90887 w 459649"/>
                  <a:gd name="connsiteY9" fmla="*/ 252047 h 582612"/>
                  <a:gd name="connsiteX10" fmla="*/ 90887 w 459649"/>
                  <a:gd name="connsiteY10" fmla="*/ 330566 h 582612"/>
                  <a:gd name="connsiteX11" fmla="*/ 229309 w 459649"/>
                  <a:gd name="connsiteY11" fmla="*/ 503063 h 582612"/>
                  <a:gd name="connsiteX12" fmla="*/ 368763 w 459649"/>
                  <a:gd name="connsiteY12" fmla="*/ 330566 h 582612"/>
                  <a:gd name="connsiteX13" fmla="*/ 368763 w 459649"/>
                  <a:gd name="connsiteY13" fmla="*/ 252047 h 58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9649" h="582612">
                    <a:moveTo>
                      <a:pt x="229309" y="582612"/>
                    </a:moveTo>
                    <a:cubicBezTo>
                      <a:pt x="77457" y="582612"/>
                      <a:pt x="0" y="482418"/>
                      <a:pt x="0" y="330566"/>
                    </a:cubicBezTo>
                    <a:lnTo>
                      <a:pt x="0" y="252047"/>
                    </a:lnTo>
                    <a:cubicBezTo>
                      <a:pt x="0" y="100194"/>
                      <a:pt x="77457" y="0"/>
                      <a:pt x="229309" y="0"/>
                    </a:cubicBezTo>
                    <a:cubicBezTo>
                      <a:pt x="381162" y="0"/>
                      <a:pt x="459650" y="100194"/>
                      <a:pt x="459650" y="252047"/>
                    </a:cubicBezTo>
                    <a:lnTo>
                      <a:pt x="459650" y="330566"/>
                    </a:lnTo>
                    <a:cubicBezTo>
                      <a:pt x="459650" y="482418"/>
                      <a:pt x="381131" y="582612"/>
                      <a:pt x="229309" y="582612"/>
                    </a:cubicBezTo>
                    <a:close/>
                    <a:moveTo>
                      <a:pt x="368763" y="252047"/>
                    </a:moveTo>
                    <a:cubicBezTo>
                      <a:pt x="368763" y="146699"/>
                      <a:pt x="326412" y="79549"/>
                      <a:pt x="229309" y="79549"/>
                    </a:cubicBezTo>
                    <a:cubicBezTo>
                      <a:pt x="132207" y="79549"/>
                      <a:pt x="90887" y="145669"/>
                      <a:pt x="90887" y="252047"/>
                    </a:cubicBezTo>
                    <a:lnTo>
                      <a:pt x="90887" y="330566"/>
                    </a:lnTo>
                    <a:cubicBezTo>
                      <a:pt x="90887" y="435913"/>
                      <a:pt x="132207" y="503063"/>
                      <a:pt x="229309" y="503063"/>
                    </a:cubicBezTo>
                    <a:cubicBezTo>
                      <a:pt x="326412" y="503063"/>
                      <a:pt x="368763" y="436944"/>
                      <a:pt x="368763" y="330566"/>
                    </a:cubicBezTo>
                    <a:lnTo>
                      <a:pt x="368763" y="252047"/>
                    </a:lnTo>
                    <a:close/>
                  </a:path>
                </a:pathLst>
              </a:custGeom>
              <a:solidFill>
                <a:schemeClr val="bg1"/>
              </a:solidFill>
              <a:ln w="3123"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C02005F4-6CEF-C40E-D71B-E0D4C789E2CE}"/>
                  </a:ext>
                </a:extLst>
              </p:cNvPr>
              <p:cNvSpPr/>
              <p:nvPr/>
            </p:nvSpPr>
            <p:spPr>
              <a:xfrm>
                <a:off x="2729048" y="2748726"/>
                <a:ext cx="255107" cy="575335"/>
              </a:xfrm>
              <a:custGeom>
                <a:avLst/>
                <a:gdLst>
                  <a:gd name="connsiteX0" fmla="*/ 233463 w 255107"/>
                  <a:gd name="connsiteY0" fmla="*/ 78487 h 575335"/>
                  <a:gd name="connsiteX1" fmla="*/ 90918 w 255107"/>
                  <a:gd name="connsiteY1" fmla="*/ 121869 h 575335"/>
                  <a:gd name="connsiteX2" fmla="*/ 90918 w 255107"/>
                  <a:gd name="connsiteY2" fmla="*/ 554690 h 575335"/>
                  <a:gd name="connsiteX3" fmla="*/ 70242 w 255107"/>
                  <a:gd name="connsiteY3" fmla="*/ 575335 h 575335"/>
                  <a:gd name="connsiteX4" fmla="*/ 19614 w 255107"/>
                  <a:gd name="connsiteY4" fmla="*/ 575335 h 575335"/>
                  <a:gd name="connsiteX5" fmla="*/ 0 w 255107"/>
                  <a:gd name="connsiteY5" fmla="*/ 554690 h 575335"/>
                  <a:gd name="connsiteX6" fmla="*/ 0 w 255107"/>
                  <a:gd name="connsiteY6" fmla="*/ 27891 h 575335"/>
                  <a:gd name="connsiteX7" fmla="*/ 19614 w 255107"/>
                  <a:gd name="connsiteY7" fmla="*/ 7246 h 575335"/>
                  <a:gd name="connsiteX8" fmla="*/ 68149 w 255107"/>
                  <a:gd name="connsiteY8" fmla="*/ 7246 h 575335"/>
                  <a:gd name="connsiteX9" fmla="*/ 87764 w 255107"/>
                  <a:gd name="connsiteY9" fmla="*/ 27891 h 575335"/>
                  <a:gd name="connsiteX10" fmla="*/ 87764 w 255107"/>
                  <a:gd name="connsiteY10" fmla="*/ 49597 h 575335"/>
                  <a:gd name="connsiteX11" fmla="*/ 233401 w 255107"/>
                  <a:gd name="connsiteY11" fmla="*/ 0 h 575335"/>
                  <a:gd name="connsiteX12" fmla="*/ 255108 w 255107"/>
                  <a:gd name="connsiteY12" fmla="*/ 18583 h 575335"/>
                  <a:gd name="connsiteX13" fmla="*/ 255108 w 255107"/>
                  <a:gd name="connsiteY13" fmla="*/ 60935 h 575335"/>
                  <a:gd name="connsiteX14" fmla="*/ 233401 w 255107"/>
                  <a:gd name="connsiteY14" fmla="*/ 78487 h 5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107" h="575335">
                    <a:moveTo>
                      <a:pt x="233463" y="78487"/>
                    </a:moveTo>
                    <a:cubicBezTo>
                      <a:pt x="185959" y="78487"/>
                      <a:pt x="142545" y="90887"/>
                      <a:pt x="90918" y="121869"/>
                    </a:cubicBezTo>
                    <a:lnTo>
                      <a:pt x="90918" y="554690"/>
                    </a:lnTo>
                    <a:cubicBezTo>
                      <a:pt x="90918" y="565029"/>
                      <a:pt x="81611" y="575335"/>
                      <a:pt x="70242" y="575335"/>
                    </a:cubicBezTo>
                    <a:lnTo>
                      <a:pt x="19614" y="575335"/>
                    </a:lnTo>
                    <a:cubicBezTo>
                      <a:pt x="9276" y="575335"/>
                      <a:pt x="0" y="566028"/>
                      <a:pt x="0" y="554690"/>
                    </a:cubicBezTo>
                    <a:lnTo>
                      <a:pt x="0" y="27891"/>
                    </a:lnTo>
                    <a:cubicBezTo>
                      <a:pt x="0" y="16522"/>
                      <a:pt x="8277" y="7246"/>
                      <a:pt x="19614" y="7246"/>
                    </a:cubicBezTo>
                    <a:lnTo>
                      <a:pt x="68149" y="7246"/>
                    </a:lnTo>
                    <a:cubicBezTo>
                      <a:pt x="79518" y="7246"/>
                      <a:pt x="87764" y="16553"/>
                      <a:pt x="87764" y="27891"/>
                    </a:cubicBezTo>
                    <a:lnTo>
                      <a:pt x="87764" y="49597"/>
                    </a:lnTo>
                    <a:cubicBezTo>
                      <a:pt x="139422" y="13430"/>
                      <a:pt x="186927" y="0"/>
                      <a:pt x="233401" y="0"/>
                    </a:cubicBezTo>
                    <a:cubicBezTo>
                      <a:pt x="247862" y="0"/>
                      <a:pt x="255108" y="6184"/>
                      <a:pt x="255108" y="18583"/>
                    </a:cubicBezTo>
                    <a:lnTo>
                      <a:pt x="255108" y="60935"/>
                    </a:lnTo>
                    <a:cubicBezTo>
                      <a:pt x="255108" y="72303"/>
                      <a:pt x="247862" y="78487"/>
                      <a:pt x="233401" y="78487"/>
                    </a:cubicBezTo>
                    <a:close/>
                  </a:path>
                </a:pathLst>
              </a:custGeom>
              <a:solidFill>
                <a:schemeClr val="bg1"/>
              </a:solidFill>
              <a:ln w="3123"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E408E6AC-B08E-214B-54BB-989C87C9926A}"/>
                  </a:ext>
                </a:extLst>
              </p:cNvPr>
              <p:cNvSpPr/>
              <p:nvPr/>
            </p:nvSpPr>
            <p:spPr>
              <a:xfrm>
                <a:off x="2992463" y="2748726"/>
                <a:ext cx="416298" cy="582581"/>
              </a:xfrm>
              <a:custGeom>
                <a:avLst/>
                <a:gdLst>
                  <a:gd name="connsiteX0" fmla="*/ 395623 w 416298"/>
                  <a:gd name="connsiteY0" fmla="*/ 575335 h 582581"/>
                  <a:gd name="connsiteX1" fmla="*/ 348118 w 416298"/>
                  <a:gd name="connsiteY1" fmla="*/ 575335 h 582581"/>
                  <a:gd name="connsiteX2" fmla="*/ 327442 w 416298"/>
                  <a:gd name="connsiteY2" fmla="*/ 554690 h 582581"/>
                  <a:gd name="connsiteX3" fmla="*/ 327442 w 416298"/>
                  <a:gd name="connsiteY3" fmla="*/ 531953 h 582581"/>
                  <a:gd name="connsiteX4" fmla="*/ 168375 w 416298"/>
                  <a:gd name="connsiteY4" fmla="*/ 582581 h 582581"/>
                  <a:gd name="connsiteX5" fmla="*/ 0 w 416298"/>
                  <a:gd name="connsiteY5" fmla="*/ 415237 h 582581"/>
                  <a:gd name="connsiteX6" fmla="*/ 0 w 416298"/>
                  <a:gd name="connsiteY6" fmla="*/ 402838 h 582581"/>
                  <a:gd name="connsiteX7" fmla="*/ 248955 w 416298"/>
                  <a:gd name="connsiteY7" fmla="*/ 235494 h 582581"/>
                  <a:gd name="connsiteX8" fmla="*/ 325381 w 416298"/>
                  <a:gd name="connsiteY8" fmla="*/ 235494 h 582581"/>
                  <a:gd name="connsiteX9" fmla="*/ 325381 w 416298"/>
                  <a:gd name="connsiteY9" fmla="*/ 194173 h 582581"/>
                  <a:gd name="connsiteX10" fmla="*/ 214849 w 416298"/>
                  <a:gd name="connsiteY10" fmla="*/ 77457 h 582581"/>
                  <a:gd name="connsiteX11" fmla="*/ 56812 w 416298"/>
                  <a:gd name="connsiteY11" fmla="*/ 85733 h 582581"/>
                  <a:gd name="connsiteX12" fmla="*/ 51659 w 416298"/>
                  <a:gd name="connsiteY12" fmla="*/ 85733 h 582581"/>
                  <a:gd name="connsiteX13" fmla="*/ 33075 w 416298"/>
                  <a:gd name="connsiteY13" fmla="*/ 69211 h 582581"/>
                  <a:gd name="connsiteX14" fmla="*/ 33075 w 416298"/>
                  <a:gd name="connsiteY14" fmla="*/ 33044 h 582581"/>
                  <a:gd name="connsiteX15" fmla="*/ 54782 w 416298"/>
                  <a:gd name="connsiteY15" fmla="*/ 13430 h 582581"/>
                  <a:gd name="connsiteX16" fmla="*/ 214880 w 416298"/>
                  <a:gd name="connsiteY16" fmla="*/ 0 h 582581"/>
                  <a:gd name="connsiteX17" fmla="*/ 416299 w 416298"/>
                  <a:gd name="connsiteY17" fmla="*/ 194204 h 582581"/>
                  <a:gd name="connsiteX18" fmla="*/ 416299 w 416298"/>
                  <a:gd name="connsiteY18" fmla="*/ 554722 h 582581"/>
                  <a:gd name="connsiteX19" fmla="*/ 395654 w 416298"/>
                  <a:gd name="connsiteY19" fmla="*/ 575367 h 582581"/>
                  <a:gd name="connsiteX20" fmla="*/ 325381 w 416298"/>
                  <a:gd name="connsiteY20" fmla="*/ 300582 h 582581"/>
                  <a:gd name="connsiteX21" fmla="*/ 248955 w 416298"/>
                  <a:gd name="connsiteY21" fmla="*/ 300582 h 582581"/>
                  <a:gd name="connsiteX22" fmla="*/ 90918 w 416298"/>
                  <a:gd name="connsiteY22" fmla="*/ 401807 h 582581"/>
                  <a:gd name="connsiteX23" fmla="*/ 90918 w 416298"/>
                  <a:gd name="connsiteY23" fmla="*/ 414206 h 582581"/>
                  <a:gd name="connsiteX24" fmla="*/ 185959 w 416298"/>
                  <a:gd name="connsiteY24" fmla="*/ 508216 h 582581"/>
                  <a:gd name="connsiteX25" fmla="*/ 325412 w 416298"/>
                  <a:gd name="connsiteY25" fmla="*/ 466896 h 582581"/>
                  <a:gd name="connsiteX26" fmla="*/ 325412 w 416298"/>
                  <a:gd name="connsiteY26" fmla="*/ 300582 h 58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6298" h="582581">
                    <a:moveTo>
                      <a:pt x="395623" y="575335"/>
                    </a:moveTo>
                    <a:lnTo>
                      <a:pt x="348118" y="575335"/>
                    </a:lnTo>
                    <a:cubicBezTo>
                      <a:pt x="336750" y="575335"/>
                      <a:pt x="327442" y="566028"/>
                      <a:pt x="327442" y="554690"/>
                    </a:cubicBezTo>
                    <a:lnTo>
                      <a:pt x="327442" y="531953"/>
                    </a:lnTo>
                    <a:cubicBezTo>
                      <a:pt x="277845" y="560875"/>
                      <a:pt x="226217" y="582581"/>
                      <a:pt x="168375" y="582581"/>
                    </a:cubicBezTo>
                    <a:cubicBezTo>
                      <a:pt x="80580" y="582581"/>
                      <a:pt x="0" y="544352"/>
                      <a:pt x="0" y="415237"/>
                    </a:cubicBezTo>
                    <a:lnTo>
                      <a:pt x="0" y="402838"/>
                    </a:lnTo>
                    <a:cubicBezTo>
                      <a:pt x="0" y="291275"/>
                      <a:pt x="65089" y="235494"/>
                      <a:pt x="248955" y="235494"/>
                    </a:cubicBezTo>
                    <a:lnTo>
                      <a:pt x="325381" y="235494"/>
                    </a:lnTo>
                    <a:lnTo>
                      <a:pt x="325381" y="194173"/>
                    </a:lnTo>
                    <a:cubicBezTo>
                      <a:pt x="325381" y="107409"/>
                      <a:pt x="295429" y="77457"/>
                      <a:pt x="214849" y="77457"/>
                    </a:cubicBezTo>
                    <a:cubicBezTo>
                      <a:pt x="147699" y="77457"/>
                      <a:pt x="98133" y="81579"/>
                      <a:pt x="56812" y="85733"/>
                    </a:cubicBezTo>
                    <a:lnTo>
                      <a:pt x="51659" y="85733"/>
                    </a:lnTo>
                    <a:cubicBezTo>
                      <a:pt x="42351" y="85733"/>
                      <a:pt x="33075" y="82641"/>
                      <a:pt x="33075" y="69211"/>
                    </a:cubicBezTo>
                    <a:lnTo>
                      <a:pt x="33075" y="33044"/>
                    </a:lnTo>
                    <a:cubicBezTo>
                      <a:pt x="33075" y="21675"/>
                      <a:pt x="40290" y="15491"/>
                      <a:pt x="54782" y="13430"/>
                    </a:cubicBezTo>
                    <a:cubicBezTo>
                      <a:pt x="97133" y="6215"/>
                      <a:pt x="144638" y="0"/>
                      <a:pt x="214880" y="0"/>
                    </a:cubicBezTo>
                    <a:cubicBezTo>
                      <a:pt x="358456" y="0"/>
                      <a:pt x="416299" y="72303"/>
                      <a:pt x="416299" y="194204"/>
                    </a:cubicBezTo>
                    <a:lnTo>
                      <a:pt x="416299" y="554722"/>
                    </a:lnTo>
                    <a:cubicBezTo>
                      <a:pt x="416299" y="566090"/>
                      <a:pt x="406992" y="575367"/>
                      <a:pt x="395654" y="575367"/>
                    </a:cubicBezTo>
                    <a:close/>
                    <a:moveTo>
                      <a:pt x="325381" y="300582"/>
                    </a:moveTo>
                    <a:lnTo>
                      <a:pt x="248955" y="300582"/>
                    </a:lnTo>
                    <a:cubicBezTo>
                      <a:pt x="123962" y="300582"/>
                      <a:pt x="90918" y="328473"/>
                      <a:pt x="90918" y="401807"/>
                    </a:cubicBezTo>
                    <a:lnTo>
                      <a:pt x="90918" y="414206"/>
                    </a:lnTo>
                    <a:cubicBezTo>
                      <a:pt x="90918" y="488571"/>
                      <a:pt x="126055" y="508216"/>
                      <a:pt x="185959" y="508216"/>
                    </a:cubicBezTo>
                    <a:cubicBezTo>
                      <a:pt x="233463" y="508216"/>
                      <a:pt x="275815" y="493756"/>
                      <a:pt x="325412" y="466896"/>
                    </a:cubicBezTo>
                    <a:lnTo>
                      <a:pt x="325412" y="300582"/>
                    </a:lnTo>
                    <a:close/>
                  </a:path>
                </a:pathLst>
              </a:custGeom>
              <a:solidFill>
                <a:schemeClr val="bg1"/>
              </a:solidFill>
              <a:ln w="3123" cap="flat">
                <a:noFill/>
                <a:prstDash val="solid"/>
                <a:miter/>
              </a:ln>
            </p:spPr>
            <p:txBody>
              <a:bodyPr rtlCol="0" anchor="ctr"/>
              <a:lstStyle/>
              <a:p>
                <a:endParaRPr lang="pt-BR"/>
              </a:p>
            </p:txBody>
          </p:sp>
        </p:grpSp>
        <p:grpSp>
          <p:nvGrpSpPr>
            <p:cNvPr id="26" name="Gráfico 15">
              <a:extLst>
                <a:ext uri="{FF2B5EF4-FFF2-40B4-BE49-F238E27FC236}">
                  <a16:creationId xmlns:a16="http://schemas.microsoft.com/office/drawing/2014/main" id="{3B304937-CE46-EA55-D9F1-1C4B157E4BE1}"/>
                </a:ext>
              </a:extLst>
            </p:cNvPr>
            <p:cNvGrpSpPr/>
            <p:nvPr/>
          </p:nvGrpSpPr>
          <p:grpSpPr>
            <a:xfrm>
              <a:off x="1026374" y="3442714"/>
              <a:ext cx="3228010" cy="805706"/>
              <a:chOff x="1026374" y="3442714"/>
              <a:chExt cx="3228010" cy="805706"/>
            </a:xfrm>
            <a:solidFill>
              <a:schemeClr val="bg1"/>
            </a:solidFill>
          </p:grpSpPr>
          <p:sp>
            <p:nvSpPr>
              <p:cNvPr id="27" name="Forma Livre: Forma 26">
                <a:extLst>
                  <a:ext uri="{FF2B5EF4-FFF2-40B4-BE49-F238E27FC236}">
                    <a16:creationId xmlns:a16="http://schemas.microsoft.com/office/drawing/2014/main" id="{2B20E7D8-9CC1-FE60-AFFE-5888F1B271FD}"/>
                  </a:ext>
                </a:extLst>
              </p:cNvPr>
              <p:cNvSpPr/>
              <p:nvPr/>
            </p:nvSpPr>
            <p:spPr>
              <a:xfrm>
                <a:off x="1026374" y="3638917"/>
                <a:ext cx="399776" cy="609472"/>
              </a:xfrm>
              <a:custGeom>
                <a:avLst/>
                <a:gdLst>
                  <a:gd name="connsiteX0" fmla="*/ 378070 w 399776"/>
                  <a:gd name="connsiteY0" fmla="*/ 593981 h 609472"/>
                  <a:gd name="connsiteX1" fmla="*/ 240678 w 399776"/>
                  <a:gd name="connsiteY1" fmla="*/ 609473 h 609472"/>
                  <a:gd name="connsiteX2" fmla="*/ 0 w 399776"/>
                  <a:gd name="connsiteY2" fmla="*/ 348118 h 609472"/>
                  <a:gd name="connsiteX3" fmla="*/ 0 w 399776"/>
                  <a:gd name="connsiteY3" fmla="*/ 261354 h 609472"/>
                  <a:gd name="connsiteX4" fmla="*/ 240678 w 399776"/>
                  <a:gd name="connsiteY4" fmla="*/ 0 h 609472"/>
                  <a:gd name="connsiteX5" fmla="*/ 378070 w 399776"/>
                  <a:gd name="connsiteY5" fmla="*/ 15491 h 609472"/>
                  <a:gd name="connsiteX6" fmla="*/ 399777 w 399776"/>
                  <a:gd name="connsiteY6" fmla="*/ 39259 h 609472"/>
                  <a:gd name="connsiteX7" fmla="*/ 399777 w 399776"/>
                  <a:gd name="connsiteY7" fmla="*/ 131208 h 609472"/>
                  <a:gd name="connsiteX8" fmla="*/ 380163 w 399776"/>
                  <a:gd name="connsiteY8" fmla="*/ 148761 h 609472"/>
                  <a:gd name="connsiteX9" fmla="*/ 378101 w 399776"/>
                  <a:gd name="connsiteY9" fmla="*/ 148761 h 609472"/>
                  <a:gd name="connsiteX10" fmla="*/ 252078 w 399776"/>
                  <a:gd name="connsiteY10" fmla="*/ 141515 h 609472"/>
                  <a:gd name="connsiteX11" fmla="*/ 167375 w 399776"/>
                  <a:gd name="connsiteY11" fmla="*/ 261354 h 609472"/>
                  <a:gd name="connsiteX12" fmla="*/ 167375 w 399776"/>
                  <a:gd name="connsiteY12" fmla="*/ 348118 h 609472"/>
                  <a:gd name="connsiteX13" fmla="*/ 252078 w 399776"/>
                  <a:gd name="connsiteY13" fmla="*/ 467958 h 609472"/>
                  <a:gd name="connsiteX14" fmla="*/ 378101 w 399776"/>
                  <a:gd name="connsiteY14" fmla="*/ 460743 h 609472"/>
                  <a:gd name="connsiteX15" fmla="*/ 380163 w 399776"/>
                  <a:gd name="connsiteY15" fmla="*/ 460743 h 609472"/>
                  <a:gd name="connsiteX16" fmla="*/ 399777 w 399776"/>
                  <a:gd name="connsiteY16" fmla="*/ 478296 h 609472"/>
                  <a:gd name="connsiteX17" fmla="*/ 399777 w 399776"/>
                  <a:gd name="connsiteY17" fmla="*/ 570244 h 609472"/>
                  <a:gd name="connsiteX18" fmla="*/ 378070 w 399776"/>
                  <a:gd name="connsiteY18" fmla="*/ 594012 h 60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9776" h="609472">
                    <a:moveTo>
                      <a:pt x="378070" y="593981"/>
                    </a:moveTo>
                    <a:cubicBezTo>
                      <a:pt x="349149" y="601196"/>
                      <a:pt x="302675" y="609473"/>
                      <a:pt x="240678" y="609473"/>
                    </a:cubicBezTo>
                    <a:cubicBezTo>
                      <a:pt x="95041" y="609473"/>
                      <a:pt x="0" y="516493"/>
                      <a:pt x="0" y="348118"/>
                    </a:cubicBezTo>
                    <a:lnTo>
                      <a:pt x="0" y="261354"/>
                    </a:lnTo>
                    <a:cubicBezTo>
                      <a:pt x="0" y="92979"/>
                      <a:pt x="95041" y="0"/>
                      <a:pt x="240678" y="0"/>
                    </a:cubicBezTo>
                    <a:cubicBezTo>
                      <a:pt x="302644" y="0"/>
                      <a:pt x="349149" y="8277"/>
                      <a:pt x="378070" y="15491"/>
                    </a:cubicBezTo>
                    <a:cubicBezTo>
                      <a:pt x="393562" y="19614"/>
                      <a:pt x="399777" y="23768"/>
                      <a:pt x="399777" y="39259"/>
                    </a:cubicBezTo>
                    <a:lnTo>
                      <a:pt x="399777" y="131208"/>
                    </a:lnTo>
                    <a:cubicBezTo>
                      <a:pt x="399777" y="141546"/>
                      <a:pt x="390470" y="148761"/>
                      <a:pt x="380163" y="148761"/>
                    </a:cubicBezTo>
                    <a:lnTo>
                      <a:pt x="378101" y="148761"/>
                    </a:lnTo>
                    <a:cubicBezTo>
                      <a:pt x="339873" y="144638"/>
                      <a:pt x="310951" y="141515"/>
                      <a:pt x="252078" y="141515"/>
                    </a:cubicBezTo>
                    <a:cubicBezTo>
                      <a:pt x="205604" y="141515"/>
                      <a:pt x="167375" y="169405"/>
                      <a:pt x="167375" y="261354"/>
                    </a:cubicBezTo>
                    <a:lnTo>
                      <a:pt x="167375" y="348118"/>
                    </a:lnTo>
                    <a:cubicBezTo>
                      <a:pt x="167375" y="440067"/>
                      <a:pt x="205604" y="467958"/>
                      <a:pt x="252078" y="467958"/>
                    </a:cubicBezTo>
                    <a:cubicBezTo>
                      <a:pt x="310951" y="467958"/>
                      <a:pt x="339873" y="464866"/>
                      <a:pt x="378101" y="460743"/>
                    </a:cubicBezTo>
                    <a:lnTo>
                      <a:pt x="380163" y="460743"/>
                    </a:lnTo>
                    <a:cubicBezTo>
                      <a:pt x="390501" y="460743"/>
                      <a:pt x="399777" y="467958"/>
                      <a:pt x="399777" y="478296"/>
                    </a:cubicBezTo>
                    <a:lnTo>
                      <a:pt x="399777" y="570244"/>
                    </a:lnTo>
                    <a:cubicBezTo>
                      <a:pt x="399777" y="585736"/>
                      <a:pt x="393593" y="589858"/>
                      <a:pt x="378070" y="594012"/>
                    </a:cubicBezTo>
                    <a:close/>
                  </a:path>
                </a:pathLst>
              </a:custGeom>
              <a:solidFill>
                <a:schemeClr val="bg1"/>
              </a:solidFill>
              <a:ln w="3123"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D42B49C0-C9EC-8CCD-41A1-A98534B48D73}"/>
                  </a:ext>
                </a:extLst>
              </p:cNvPr>
              <p:cNvSpPr/>
              <p:nvPr/>
            </p:nvSpPr>
            <p:spPr>
              <a:xfrm>
                <a:off x="1490146" y="3442714"/>
                <a:ext cx="175651" cy="796399"/>
              </a:xfrm>
              <a:custGeom>
                <a:avLst/>
                <a:gdLst>
                  <a:gd name="connsiteX0" fmla="*/ 154976 w 175651"/>
                  <a:gd name="connsiteY0" fmla="*/ 137361 h 796399"/>
                  <a:gd name="connsiteX1" fmla="*/ 20676 w 175651"/>
                  <a:gd name="connsiteY1" fmla="*/ 137361 h 796399"/>
                  <a:gd name="connsiteX2" fmla="*/ 0 w 175651"/>
                  <a:gd name="connsiteY2" fmla="*/ 116716 h 796399"/>
                  <a:gd name="connsiteX3" fmla="*/ 0 w 175651"/>
                  <a:gd name="connsiteY3" fmla="*/ 20645 h 796399"/>
                  <a:gd name="connsiteX4" fmla="*/ 20676 w 175651"/>
                  <a:gd name="connsiteY4" fmla="*/ 0 h 796399"/>
                  <a:gd name="connsiteX5" fmla="*/ 154976 w 175651"/>
                  <a:gd name="connsiteY5" fmla="*/ 0 h 796399"/>
                  <a:gd name="connsiteX6" fmla="*/ 175652 w 175651"/>
                  <a:gd name="connsiteY6" fmla="*/ 20645 h 796399"/>
                  <a:gd name="connsiteX7" fmla="*/ 175652 w 175651"/>
                  <a:gd name="connsiteY7" fmla="*/ 116716 h 796399"/>
                  <a:gd name="connsiteX8" fmla="*/ 154976 w 175651"/>
                  <a:gd name="connsiteY8" fmla="*/ 137361 h 796399"/>
                  <a:gd name="connsiteX9" fmla="*/ 150853 w 175651"/>
                  <a:gd name="connsiteY9" fmla="*/ 796399 h 796399"/>
                  <a:gd name="connsiteX10" fmla="*/ 24830 w 175651"/>
                  <a:gd name="connsiteY10" fmla="*/ 796399 h 796399"/>
                  <a:gd name="connsiteX11" fmla="*/ 4185 w 175651"/>
                  <a:gd name="connsiteY11" fmla="*/ 775755 h 796399"/>
                  <a:gd name="connsiteX12" fmla="*/ 4185 w 175651"/>
                  <a:gd name="connsiteY12" fmla="*/ 225187 h 796399"/>
                  <a:gd name="connsiteX13" fmla="*/ 24830 w 175651"/>
                  <a:gd name="connsiteY13" fmla="*/ 204542 h 796399"/>
                  <a:gd name="connsiteX14" fmla="*/ 150853 w 175651"/>
                  <a:gd name="connsiteY14" fmla="*/ 204542 h 796399"/>
                  <a:gd name="connsiteX15" fmla="*/ 171529 w 175651"/>
                  <a:gd name="connsiteY15" fmla="*/ 225187 h 796399"/>
                  <a:gd name="connsiteX16" fmla="*/ 171529 w 175651"/>
                  <a:gd name="connsiteY16" fmla="*/ 775755 h 796399"/>
                  <a:gd name="connsiteX17" fmla="*/ 150853 w 175651"/>
                  <a:gd name="connsiteY17" fmla="*/ 796399 h 79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651" h="796399">
                    <a:moveTo>
                      <a:pt x="154976" y="137361"/>
                    </a:moveTo>
                    <a:lnTo>
                      <a:pt x="20676" y="137361"/>
                    </a:lnTo>
                    <a:cubicBezTo>
                      <a:pt x="9307" y="137361"/>
                      <a:pt x="0" y="128054"/>
                      <a:pt x="0" y="116716"/>
                    </a:cubicBezTo>
                    <a:lnTo>
                      <a:pt x="0" y="20645"/>
                    </a:lnTo>
                    <a:cubicBezTo>
                      <a:pt x="0" y="9276"/>
                      <a:pt x="9307" y="0"/>
                      <a:pt x="20676" y="0"/>
                    </a:cubicBezTo>
                    <a:lnTo>
                      <a:pt x="154976" y="0"/>
                    </a:lnTo>
                    <a:cubicBezTo>
                      <a:pt x="166345" y="0"/>
                      <a:pt x="175652" y="9307"/>
                      <a:pt x="175652" y="20645"/>
                    </a:cubicBezTo>
                    <a:lnTo>
                      <a:pt x="175652" y="116716"/>
                    </a:lnTo>
                    <a:cubicBezTo>
                      <a:pt x="175652" y="128085"/>
                      <a:pt x="166345" y="137361"/>
                      <a:pt x="154976" y="137361"/>
                    </a:cubicBezTo>
                    <a:close/>
                    <a:moveTo>
                      <a:pt x="150853" y="796399"/>
                    </a:moveTo>
                    <a:lnTo>
                      <a:pt x="24830" y="796399"/>
                    </a:lnTo>
                    <a:cubicBezTo>
                      <a:pt x="13461" y="796399"/>
                      <a:pt x="4185" y="787092"/>
                      <a:pt x="4185" y="775755"/>
                    </a:cubicBezTo>
                    <a:lnTo>
                      <a:pt x="4185" y="225187"/>
                    </a:lnTo>
                    <a:cubicBezTo>
                      <a:pt x="4185" y="213818"/>
                      <a:pt x="13492" y="204542"/>
                      <a:pt x="24830" y="204542"/>
                    </a:cubicBezTo>
                    <a:lnTo>
                      <a:pt x="150853" y="204542"/>
                    </a:lnTo>
                    <a:cubicBezTo>
                      <a:pt x="162222" y="204542"/>
                      <a:pt x="171529" y="213849"/>
                      <a:pt x="171529" y="225187"/>
                    </a:cubicBezTo>
                    <a:lnTo>
                      <a:pt x="171529" y="775755"/>
                    </a:lnTo>
                    <a:cubicBezTo>
                      <a:pt x="171529" y="787123"/>
                      <a:pt x="162222" y="796399"/>
                      <a:pt x="150853" y="796399"/>
                    </a:cubicBezTo>
                    <a:close/>
                  </a:path>
                </a:pathLst>
              </a:custGeom>
              <a:solidFill>
                <a:schemeClr val="bg1"/>
              </a:solidFill>
              <a:ln w="3123"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99D17BA-A91A-2A0C-99FA-B6C73CA3113A}"/>
                  </a:ext>
                </a:extLst>
              </p:cNvPr>
              <p:cNvSpPr/>
              <p:nvPr/>
            </p:nvSpPr>
            <p:spPr>
              <a:xfrm>
                <a:off x="1748377" y="3638948"/>
                <a:ext cx="324350" cy="600196"/>
              </a:xfrm>
              <a:custGeom>
                <a:avLst/>
                <a:gdLst>
                  <a:gd name="connsiteX0" fmla="*/ 308890 w 324350"/>
                  <a:gd name="connsiteY0" fmla="*/ 138423 h 600196"/>
                  <a:gd name="connsiteX1" fmla="*/ 300613 w 324350"/>
                  <a:gd name="connsiteY1" fmla="*/ 138423 h 600196"/>
                  <a:gd name="connsiteX2" fmla="*/ 167344 w 324350"/>
                  <a:gd name="connsiteY2" fmla="*/ 174590 h 600196"/>
                  <a:gd name="connsiteX3" fmla="*/ 167344 w 324350"/>
                  <a:gd name="connsiteY3" fmla="*/ 578490 h 600196"/>
                  <a:gd name="connsiteX4" fmla="*/ 146699 w 324350"/>
                  <a:gd name="connsiteY4" fmla="*/ 600196 h 600196"/>
                  <a:gd name="connsiteX5" fmla="*/ 21707 w 324350"/>
                  <a:gd name="connsiteY5" fmla="*/ 600196 h 600196"/>
                  <a:gd name="connsiteX6" fmla="*/ 0 w 324350"/>
                  <a:gd name="connsiteY6" fmla="*/ 578490 h 600196"/>
                  <a:gd name="connsiteX7" fmla="*/ 0 w 324350"/>
                  <a:gd name="connsiteY7" fmla="*/ 28953 h 600196"/>
                  <a:gd name="connsiteX8" fmla="*/ 20676 w 324350"/>
                  <a:gd name="connsiteY8" fmla="*/ 8308 h 600196"/>
                  <a:gd name="connsiteX9" fmla="*/ 143607 w 324350"/>
                  <a:gd name="connsiteY9" fmla="*/ 8308 h 600196"/>
                  <a:gd name="connsiteX10" fmla="*/ 164252 w 324350"/>
                  <a:gd name="connsiteY10" fmla="*/ 28953 h 600196"/>
                  <a:gd name="connsiteX11" fmla="*/ 164252 w 324350"/>
                  <a:gd name="connsiteY11" fmla="*/ 49597 h 600196"/>
                  <a:gd name="connsiteX12" fmla="*/ 303705 w 324350"/>
                  <a:gd name="connsiteY12" fmla="*/ 0 h 600196"/>
                  <a:gd name="connsiteX13" fmla="*/ 324350 w 324350"/>
                  <a:gd name="connsiteY13" fmla="*/ 20645 h 600196"/>
                  <a:gd name="connsiteX14" fmla="*/ 324350 w 324350"/>
                  <a:gd name="connsiteY14" fmla="*/ 118777 h 600196"/>
                  <a:gd name="connsiteX15" fmla="*/ 308859 w 324350"/>
                  <a:gd name="connsiteY15" fmla="*/ 138392 h 60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4350" h="600196">
                    <a:moveTo>
                      <a:pt x="308890" y="138423"/>
                    </a:moveTo>
                    <a:lnTo>
                      <a:pt x="300613" y="138423"/>
                    </a:lnTo>
                    <a:cubicBezTo>
                      <a:pt x="249985" y="138423"/>
                      <a:pt x="205573" y="153914"/>
                      <a:pt x="167344" y="174590"/>
                    </a:cubicBezTo>
                    <a:lnTo>
                      <a:pt x="167344" y="578490"/>
                    </a:lnTo>
                    <a:cubicBezTo>
                      <a:pt x="167344" y="589858"/>
                      <a:pt x="158037" y="600196"/>
                      <a:pt x="146699" y="600196"/>
                    </a:cubicBezTo>
                    <a:lnTo>
                      <a:pt x="21707" y="600196"/>
                    </a:lnTo>
                    <a:cubicBezTo>
                      <a:pt x="10338" y="600196"/>
                      <a:pt x="0" y="589858"/>
                      <a:pt x="0" y="578490"/>
                    </a:cubicBezTo>
                    <a:lnTo>
                      <a:pt x="0" y="28953"/>
                    </a:lnTo>
                    <a:cubicBezTo>
                      <a:pt x="0" y="17584"/>
                      <a:pt x="9307" y="8308"/>
                      <a:pt x="20676" y="8308"/>
                    </a:cubicBezTo>
                    <a:lnTo>
                      <a:pt x="143607" y="8308"/>
                    </a:lnTo>
                    <a:cubicBezTo>
                      <a:pt x="154976" y="8308"/>
                      <a:pt x="164252" y="17615"/>
                      <a:pt x="164252" y="28953"/>
                    </a:cubicBezTo>
                    <a:lnTo>
                      <a:pt x="164252" y="49597"/>
                    </a:lnTo>
                    <a:cubicBezTo>
                      <a:pt x="202481" y="17584"/>
                      <a:pt x="254108" y="0"/>
                      <a:pt x="303705" y="0"/>
                    </a:cubicBezTo>
                    <a:cubicBezTo>
                      <a:pt x="315074" y="0"/>
                      <a:pt x="324350" y="9307"/>
                      <a:pt x="324350" y="20645"/>
                    </a:cubicBezTo>
                    <a:lnTo>
                      <a:pt x="324350" y="118777"/>
                    </a:lnTo>
                    <a:cubicBezTo>
                      <a:pt x="324350" y="128085"/>
                      <a:pt x="318166" y="138392"/>
                      <a:pt x="308859" y="138392"/>
                    </a:cubicBezTo>
                    <a:close/>
                  </a:path>
                </a:pathLst>
              </a:custGeom>
              <a:solidFill>
                <a:schemeClr val="bg1"/>
              </a:solidFill>
              <a:ln w="3123"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C0769956-743D-B0C0-18DC-DE5AC92811F0}"/>
                  </a:ext>
                </a:extLst>
              </p:cNvPr>
              <p:cNvSpPr/>
              <p:nvPr/>
            </p:nvSpPr>
            <p:spPr>
              <a:xfrm>
                <a:off x="2086188" y="3638917"/>
                <a:ext cx="399776" cy="609472"/>
              </a:xfrm>
              <a:custGeom>
                <a:avLst/>
                <a:gdLst>
                  <a:gd name="connsiteX0" fmla="*/ 378070 w 399776"/>
                  <a:gd name="connsiteY0" fmla="*/ 593981 h 609472"/>
                  <a:gd name="connsiteX1" fmla="*/ 240678 w 399776"/>
                  <a:gd name="connsiteY1" fmla="*/ 609473 h 609472"/>
                  <a:gd name="connsiteX2" fmla="*/ 0 w 399776"/>
                  <a:gd name="connsiteY2" fmla="*/ 348118 h 609472"/>
                  <a:gd name="connsiteX3" fmla="*/ 0 w 399776"/>
                  <a:gd name="connsiteY3" fmla="*/ 261354 h 609472"/>
                  <a:gd name="connsiteX4" fmla="*/ 240678 w 399776"/>
                  <a:gd name="connsiteY4" fmla="*/ 0 h 609472"/>
                  <a:gd name="connsiteX5" fmla="*/ 378070 w 399776"/>
                  <a:gd name="connsiteY5" fmla="*/ 15491 h 609472"/>
                  <a:gd name="connsiteX6" fmla="*/ 399777 w 399776"/>
                  <a:gd name="connsiteY6" fmla="*/ 39259 h 609472"/>
                  <a:gd name="connsiteX7" fmla="*/ 399777 w 399776"/>
                  <a:gd name="connsiteY7" fmla="*/ 131208 h 609472"/>
                  <a:gd name="connsiteX8" fmla="*/ 380163 w 399776"/>
                  <a:gd name="connsiteY8" fmla="*/ 148761 h 609472"/>
                  <a:gd name="connsiteX9" fmla="*/ 378102 w 399776"/>
                  <a:gd name="connsiteY9" fmla="*/ 148761 h 609472"/>
                  <a:gd name="connsiteX10" fmla="*/ 252078 w 399776"/>
                  <a:gd name="connsiteY10" fmla="*/ 141515 h 609472"/>
                  <a:gd name="connsiteX11" fmla="*/ 167375 w 399776"/>
                  <a:gd name="connsiteY11" fmla="*/ 261354 h 609472"/>
                  <a:gd name="connsiteX12" fmla="*/ 167375 w 399776"/>
                  <a:gd name="connsiteY12" fmla="*/ 348118 h 609472"/>
                  <a:gd name="connsiteX13" fmla="*/ 252078 w 399776"/>
                  <a:gd name="connsiteY13" fmla="*/ 467958 h 609472"/>
                  <a:gd name="connsiteX14" fmla="*/ 378102 w 399776"/>
                  <a:gd name="connsiteY14" fmla="*/ 460743 h 609472"/>
                  <a:gd name="connsiteX15" fmla="*/ 380163 w 399776"/>
                  <a:gd name="connsiteY15" fmla="*/ 460743 h 609472"/>
                  <a:gd name="connsiteX16" fmla="*/ 399777 w 399776"/>
                  <a:gd name="connsiteY16" fmla="*/ 478296 h 609472"/>
                  <a:gd name="connsiteX17" fmla="*/ 399777 w 399776"/>
                  <a:gd name="connsiteY17" fmla="*/ 570244 h 609472"/>
                  <a:gd name="connsiteX18" fmla="*/ 378070 w 399776"/>
                  <a:gd name="connsiteY18" fmla="*/ 594012 h 60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9776" h="609472">
                    <a:moveTo>
                      <a:pt x="378070" y="593981"/>
                    </a:moveTo>
                    <a:cubicBezTo>
                      <a:pt x="349149" y="601196"/>
                      <a:pt x="302675" y="609473"/>
                      <a:pt x="240678" y="609473"/>
                    </a:cubicBezTo>
                    <a:cubicBezTo>
                      <a:pt x="95041" y="609473"/>
                      <a:pt x="0" y="516493"/>
                      <a:pt x="0" y="348118"/>
                    </a:cubicBezTo>
                    <a:lnTo>
                      <a:pt x="0" y="261354"/>
                    </a:lnTo>
                    <a:cubicBezTo>
                      <a:pt x="0" y="92979"/>
                      <a:pt x="95041" y="0"/>
                      <a:pt x="240678" y="0"/>
                    </a:cubicBezTo>
                    <a:cubicBezTo>
                      <a:pt x="302644" y="0"/>
                      <a:pt x="349149" y="8277"/>
                      <a:pt x="378070" y="15491"/>
                    </a:cubicBezTo>
                    <a:cubicBezTo>
                      <a:pt x="393562" y="19614"/>
                      <a:pt x="399777" y="23768"/>
                      <a:pt x="399777" y="39259"/>
                    </a:cubicBezTo>
                    <a:lnTo>
                      <a:pt x="399777" y="131208"/>
                    </a:lnTo>
                    <a:cubicBezTo>
                      <a:pt x="399777" y="141546"/>
                      <a:pt x="390470" y="148761"/>
                      <a:pt x="380163" y="148761"/>
                    </a:cubicBezTo>
                    <a:lnTo>
                      <a:pt x="378102" y="148761"/>
                    </a:lnTo>
                    <a:cubicBezTo>
                      <a:pt x="339873" y="144638"/>
                      <a:pt x="310951" y="141515"/>
                      <a:pt x="252078" y="141515"/>
                    </a:cubicBezTo>
                    <a:cubicBezTo>
                      <a:pt x="205604" y="141515"/>
                      <a:pt x="167375" y="169405"/>
                      <a:pt x="167375" y="261354"/>
                    </a:cubicBezTo>
                    <a:lnTo>
                      <a:pt x="167375" y="348118"/>
                    </a:lnTo>
                    <a:cubicBezTo>
                      <a:pt x="167375" y="440067"/>
                      <a:pt x="205604" y="467958"/>
                      <a:pt x="252078" y="467958"/>
                    </a:cubicBezTo>
                    <a:cubicBezTo>
                      <a:pt x="310951" y="467958"/>
                      <a:pt x="339873" y="464866"/>
                      <a:pt x="378102" y="460743"/>
                    </a:cubicBezTo>
                    <a:lnTo>
                      <a:pt x="380163" y="460743"/>
                    </a:lnTo>
                    <a:cubicBezTo>
                      <a:pt x="390501" y="460743"/>
                      <a:pt x="399777" y="467958"/>
                      <a:pt x="399777" y="478296"/>
                    </a:cubicBezTo>
                    <a:lnTo>
                      <a:pt x="399777" y="570244"/>
                    </a:lnTo>
                    <a:cubicBezTo>
                      <a:pt x="399777" y="585736"/>
                      <a:pt x="393593" y="589858"/>
                      <a:pt x="378070" y="594012"/>
                    </a:cubicBezTo>
                    <a:close/>
                  </a:path>
                </a:pathLst>
              </a:custGeom>
              <a:solidFill>
                <a:schemeClr val="bg1"/>
              </a:solidFill>
              <a:ln w="3123"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9614FB62-66C1-5DE4-4220-47E94780672F}"/>
                  </a:ext>
                </a:extLst>
              </p:cNvPr>
              <p:cNvSpPr/>
              <p:nvPr/>
            </p:nvSpPr>
            <p:spPr>
              <a:xfrm>
                <a:off x="2550023" y="3647225"/>
                <a:ext cx="508216" cy="600165"/>
              </a:xfrm>
              <a:custGeom>
                <a:avLst/>
                <a:gdLst>
                  <a:gd name="connsiteX0" fmla="*/ 487540 w 508216"/>
                  <a:gd name="connsiteY0" fmla="*/ 591888 h 600165"/>
                  <a:gd name="connsiteX1" fmla="*/ 371855 w 508216"/>
                  <a:gd name="connsiteY1" fmla="*/ 591888 h 600165"/>
                  <a:gd name="connsiteX2" fmla="*/ 351210 w 508216"/>
                  <a:gd name="connsiteY2" fmla="*/ 571244 h 600165"/>
                  <a:gd name="connsiteX3" fmla="*/ 351210 w 508216"/>
                  <a:gd name="connsiteY3" fmla="*/ 546445 h 600165"/>
                  <a:gd name="connsiteX4" fmla="*/ 182835 w 508216"/>
                  <a:gd name="connsiteY4" fmla="*/ 600165 h 600165"/>
                  <a:gd name="connsiteX5" fmla="*/ 0 w 508216"/>
                  <a:gd name="connsiteY5" fmla="*/ 365671 h 600165"/>
                  <a:gd name="connsiteX6" fmla="*/ 0 w 508216"/>
                  <a:gd name="connsiteY6" fmla="*/ 21707 h 600165"/>
                  <a:gd name="connsiteX7" fmla="*/ 21707 w 508216"/>
                  <a:gd name="connsiteY7" fmla="*/ 0 h 600165"/>
                  <a:gd name="connsiteX8" fmla="*/ 146699 w 508216"/>
                  <a:gd name="connsiteY8" fmla="*/ 0 h 600165"/>
                  <a:gd name="connsiteX9" fmla="*/ 167344 w 508216"/>
                  <a:gd name="connsiteY9" fmla="*/ 21707 h 600165"/>
                  <a:gd name="connsiteX10" fmla="*/ 167344 w 508216"/>
                  <a:gd name="connsiteY10" fmla="*/ 365671 h 600165"/>
                  <a:gd name="connsiteX11" fmla="*/ 243770 w 508216"/>
                  <a:gd name="connsiteY11" fmla="*/ 461742 h 600165"/>
                  <a:gd name="connsiteX12" fmla="*/ 340872 w 508216"/>
                  <a:gd name="connsiteY12" fmla="*/ 428698 h 600165"/>
                  <a:gd name="connsiteX13" fmla="*/ 340872 w 508216"/>
                  <a:gd name="connsiteY13" fmla="*/ 21707 h 600165"/>
                  <a:gd name="connsiteX14" fmla="*/ 361517 w 508216"/>
                  <a:gd name="connsiteY14" fmla="*/ 0 h 600165"/>
                  <a:gd name="connsiteX15" fmla="*/ 486510 w 508216"/>
                  <a:gd name="connsiteY15" fmla="*/ 0 h 600165"/>
                  <a:gd name="connsiteX16" fmla="*/ 508216 w 508216"/>
                  <a:gd name="connsiteY16" fmla="*/ 21707 h 600165"/>
                  <a:gd name="connsiteX17" fmla="*/ 508216 w 508216"/>
                  <a:gd name="connsiteY17" fmla="*/ 571244 h 600165"/>
                  <a:gd name="connsiteX18" fmla="*/ 487540 w 508216"/>
                  <a:gd name="connsiteY18" fmla="*/ 591888 h 60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8216" h="600165">
                    <a:moveTo>
                      <a:pt x="487540" y="591888"/>
                    </a:moveTo>
                    <a:lnTo>
                      <a:pt x="371855" y="591888"/>
                    </a:lnTo>
                    <a:cubicBezTo>
                      <a:pt x="360486" y="591888"/>
                      <a:pt x="351210" y="582581"/>
                      <a:pt x="351210" y="571244"/>
                    </a:cubicBezTo>
                    <a:lnTo>
                      <a:pt x="351210" y="546445"/>
                    </a:lnTo>
                    <a:cubicBezTo>
                      <a:pt x="294398" y="586735"/>
                      <a:pt x="248955" y="600165"/>
                      <a:pt x="182835" y="600165"/>
                    </a:cubicBezTo>
                    <a:cubicBezTo>
                      <a:pt x="33044" y="600165"/>
                      <a:pt x="0" y="495848"/>
                      <a:pt x="0" y="365671"/>
                    </a:cubicBezTo>
                    <a:lnTo>
                      <a:pt x="0" y="21707"/>
                    </a:lnTo>
                    <a:cubicBezTo>
                      <a:pt x="0" y="10338"/>
                      <a:pt x="10338" y="0"/>
                      <a:pt x="21707" y="0"/>
                    </a:cubicBezTo>
                    <a:lnTo>
                      <a:pt x="146699" y="0"/>
                    </a:lnTo>
                    <a:cubicBezTo>
                      <a:pt x="158068" y="0"/>
                      <a:pt x="167344" y="10338"/>
                      <a:pt x="167344" y="21707"/>
                    </a:cubicBezTo>
                    <a:lnTo>
                      <a:pt x="167344" y="365671"/>
                    </a:lnTo>
                    <a:cubicBezTo>
                      <a:pt x="167344" y="437974"/>
                      <a:pt x="180774" y="461742"/>
                      <a:pt x="243770" y="461742"/>
                    </a:cubicBezTo>
                    <a:cubicBezTo>
                      <a:pt x="273722" y="461742"/>
                      <a:pt x="305736" y="447282"/>
                      <a:pt x="340872" y="428698"/>
                    </a:cubicBezTo>
                    <a:lnTo>
                      <a:pt x="340872" y="21707"/>
                    </a:lnTo>
                    <a:cubicBezTo>
                      <a:pt x="340872" y="10338"/>
                      <a:pt x="350180" y="0"/>
                      <a:pt x="361517" y="0"/>
                    </a:cubicBezTo>
                    <a:lnTo>
                      <a:pt x="486510" y="0"/>
                    </a:lnTo>
                    <a:cubicBezTo>
                      <a:pt x="497878" y="0"/>
                      <a:pt x="508216" y="10338"/>
                      <a:pt x="508216" y="21707"/>
                    </a:cubicBezTo>
                    <a:lnTo>
                      <a:pt x="508216" y="571244"/>
                    </a:lnTo>
                    <a:cubicBezTo>
                      <a:pt x="508216" y="582612"/>
                      <a:pt x="498909" y="591888"/>
                      <a:pt x="487540" y="591888"/>
                    </a:cubicBezTo>
                    <a:close/>
                  </a:path>
                </a:pathLst>
              </a:custGeom>
              <a:solidFill>
                <a:schemeClr val="bg1"/>
              </a:solidFill>
              <a:ln w="3123"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E5700240-880C-BD8B-BC3B-580826DC8C8E}"/>
                  </a:ext>
                </a:extLst>
              </p:cNvPr>
              <p:cNvSpPr/>
              <p:nvPr/>
            </p:nvSpPr>
            <p:spPr>
              <a:xfrm>
                <a:off x="3140849" y="3446837"/>
                <a:ext cx="167344" cy="792276"/>
              </a:xfrm>
              <a:custGeom>
                <a:avLst/>
                <a:gdLst>
                  <a:gd name="connsiteX0" fmla="*/ 147730 w 167344"/>
                  <a:gd name="connsiteY0" fmla="*/ 792277 h 792276"/>
                  <a:gd name="connsiteX1" fmla="*/ 21707 w 167344"/>
                  <a:gd name="connsiteY1" fmla="*/ 792277 h 792276"/>
                  <a:gd name="connsiteX2" fmla="*/ 0 w 167344"/>
                  <a:gd name="connsiteY2" fmla="*/ 770570 h 792276"/>
                  <a:gd name="connsiteX3" fmla="*/ 0 w 167344"/>
                  <a:gd name="connsiteY3" fmla="*/ 20645 h 792276"/>
                  <a:gd name="connsiteX4" fmla="*/ 21707 w 167344"/>
                  <a:gd name="connsiteY4" fmla="*/ 0 h 792276"/>
                  <a:gd name="connsiteX5" fmla="*/ 147730 w 167344"/>
                  <a:gd name="connsiteY5" fmla="*/ 0 h 792276"/>
                  <a:gd name="connsiteX6" fmla="*/ 167344 w 167344"/>
                  <a:gd name="connsiteY6" fmla="*/ 20645 h 792276"/>
                  <a:gd name="connsiteX7" fmla="*/ 167344 w 167344"/>
                  <a:gd name="connsiteY7" fmla="*/ 770570 h 792276"/>
                  <a:gd name="connsiteX8" fmla="*/ 147730 w 167344"/>
                  <a:gd name="connsiteY8" fmla="*/ 792277 h 792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344" h="792276">
                    <a:moveTo>
                      <a:pt x="147730" y="792277"/>
                    </a:moveTo>
                    <a:lnTo>
                      <a:pt x="21707" y="792277"/>
                    </a:lnTo>
                    <a:cubicBezTo>
                      <a:pt x="10338" y="792277"/>
                      <a:pt x="0" y="781939"/>
                      <a:pt x="0" y="770570"/>
                    </a:cubicBezTo>
                    <a:lnTo>
                      <a:pt x="0" y="20645"/>
                    </a:lnTo>
                    <a:cubicBezTo>
                      <a:pt x="0" y="9276"/>
                      <a:pt x="10338" y="0"/>
                      <a:pt x="21707" y="0"/>
                    </a:cubicBezTo>
                    <a:lnTo>
                      <a:pt x="147730" y="0"/>
                    </a:lnTo>
                    <a:cubicBezTo>
                      <a:pt x="159099" y="0"/>
                      <a:pt x="167344" y="9307"/>
                      <a:pt x="167344" y="20645"/>
                    </a:cubicBezTo>
                    <a:lnTo>
                      <a:pt x="167344" y="770570"/>
                    </a:lnTo>
                    <a:cubicBezTo>
                      <a:pt x="167344" y="781939"/>
                      <a:pt x="159067" y="792277"/>
                      <a:pt x="147730" y="792277"/>
                    </a:cubicBezTo>
                    <a:close/>
                  </a:path>
                </a:pathLst>
              </a:custGeom>
              <a:solidFill>
                <a:schemeClr val="bg1"/>
              </a:solidFill>
              <a:ln w="3123"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F0FC89E8-E3A8-B0F2-E263-011CC928C2FC}"/>
                  </a:ext>
                </a:extLst>
              </p:cNvPr>
              <p:cNvSpPr/>
              <p:nvPr/>
            </p:nvSpPr>
            <p:spPr>
              <a:xfrm>
                <a:off x="3370159" y="3638917"/>
                <a:ext cx="477264" cy="609503"/>
              </a:xfrm>
              <a:custGeom>
                <a:avLst/>
                <a:gdLst>
                  <a:gd name="connsiteX0" fmla="*/ 456589 w 477264"/>
                  <a:gd name="connsiteY0" fmla="*/ 600196 h 609503"/>
                  <a:gd name="connsiteX1" fmla="*/ 340904 w 477264"/>
                  <a:gd name="connsiteY1" fmla="*/ 600196 h 609503"/>
                  <a:gd name="connsiteX2" fmla="*/ 320228 w 477264"/>
                  <a:gd name="connsiteY2" fmla="*/ 579552 h 609503"/>
                  <a:gd name="connsiteX3" fmla="*/ 320228 w 477264"/>
                  <a:gd name="connsiteY3" fmla="*/ 563030 h 609503"/>
                  <a:gd name="connsiteX4" fmla="*/ 176651 w 477264"/>
                  <a:gd name="connsiteY4" fmla="*/ 609504 h 609503"/>
                  <a:gd name="connsiteX5" fmla="*/ 0 w 477264"/>
                  <a:gd name="connsiteY5" fmla="*/ 431822 h 609503"/>
                  <a:gd name="connsiteX6" fmla="*/ 0 w 477264"/>
                  <a:gd name="connsiteY6" fmla="*/ 422514 h 609503"/>
                  <a:gd name="connsiteX7" fmla="*/ 254108 w 477264"/>
                  <a:gd name="connsiteY7" fmla="*/ 247955 h 609503"/>
                  <a:gd name="connsiteX8" fmla="*/ 309890 w 477264"/>
                  <a:gd name="connsiteY8" fmla="*/ 247955 h 609503"/>
                  <a:gd name="connsiteX9" fmla="*/ 309890 w 477264"/>
                  <a:gd name="connsiteY9" fmla="*/ 210757 h 609503"/>
                  <a:gd name="connsiteX10" fmla="*/ 232433 w 477264"/>
                  <a:gd name="connsiteY10" fmla="*/ 139485 h 609503"/>
                  <a:gd name="connsiteX11" fmla="*/ 60966 w 477264"/>
                  <a:gd name="connsiteY11" fmla="*/ 146699 h 609503"/>
                  <a:gd name="connsiteX12" fmla="*/ 55813 w 477264"/>
                  <a:gd name="connsiteY12" fmla="*/ 146699 h 609503"/>
                  <a:gd name="connsiteX13" fmla="*/ 37229 w 477264"/>
                  <a:gd name="connsiteY13" fmla="*/ 128116 h 609503"/>
                  <a:gd name="connsiteX14" fmla="*/ 37229 w 477264"/>
                  <a:gd name="connsiteY14" fmla="*/ 44444 h 609503"/>
                  <a:gd name="connsiteX15" fmla="*/ 56843 w 477264"/>
                  <a:gd name="connsiteY15" fmla="*/ 21707 h 609503"/>
                  <a:gd name="connsiteX16" fmla="*/ 235556 w 477264"/>
                  <a:gd name="connsiteY16" fmla="*/ 0 h 609503"/>
                  <a:gd name="connsiteX17" fmla="*/ 477265 w 477264"/>
                  <a:gd name="connsiteY17" fmla="*/ 210726 h 609503"/>
                  <a:gd name="connsiteX18" fmla="*/ 477265 w 477264"/>
                  <a:gd name="connsiteY18" fmla="*/ 579489 h 609503"/>
                  <a:gd name="connsiteX19" fmla="*/ 456620 w 477264"/>
                  <a:gd name="connsiteY19" fmla="*/ 600134 h 609503"/>
                  <a:gd name="connsiteX20" fmla="*/ 313013 w 477264"/>
                  <a:gd name="connsiteY20" fmla="*/ 347119 h 609503"/>
                  <a:gd name="connsiteX21" fmla="*/ 254139 w 477264"/>
                  <a:gd name="connsiteY21" fmla="*/ 347119 h 609503"/>
                  <a:gd name="connsiteX22" fmla="*/ 163253 w 477264"/>
                  <a:gd name="connsiteY22" fmla="*/ 422514 h 609503"/>
                  <a:gd name="connsiteX23" fmla="*/ 163253 w 477264"/>
                  <a:gd name="connsiteY23" fmla="*/ 431822 h 609503"/>
                  <a:gd name="connsiteX24" fmla="*/ 228341 w 477264"/>
                  <a:gd name="connsiteY24" fmla="*/ 483480 h 609503"/>
                  <a:gd name="connsiteX25" fmla="*/ 313044 w 477264"/>
                  <a:gd name="connsiteY25" fmla="*/ 460743 h 609503"/>
                  <a:gd name="connsiteX26" fmla="*/ 313044 w 477264"/>
                  <a:gd name="connsiteY26" fmla="*/ 347119 h 60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77264" h="609503">
                    <a:moveTo>
                      <a:pt x="456589" y="600196"/>
                    </a:moveTo>
                    <a:lnTo>
                      <a:pt x="340904" y="600196"/>
                    </a:lnTo>
                    <a:cubicBezTo>
                      <a:pt x="329535" y="600196"/>
                      <a:pt x="320228" y="590889"/>
                      <a:pt x="320228" y="579552"/>
                    </a:cubicBezTo>
                    <a:lnTo>
                      <a:pt x="320228" y="563030"/>
                    </a:lnTo>
                    <a:cubicBezTo>
                      <a:pt x="279937" y="591951"/>
                      <a:pt x="238617" y="609504"/>
                      <a:pt x="176651" y="609504"/>
                    </a:cubicBezTo>
                    <a:cubicBezTo>
                      <a:pt x="86795" y="609504"/>
                      <a:pt x="0" y="566122"/>
                      <a:pt x="0" y="431822"/>
                    </a:cubicBezTo>
                    <a:lnTo>
                      <a:pt x="0" y="422514"/>
                    </a:lnTo>
                    <a:cubicBezTo>
                      <a:pt x="0" y="301644"/>
                      <a:pt x="77457" y="247955"/>
                      <a:pt x="254108" y="247955"/>
                    </a:cubicBezTo>
                    <a:lnTo>
                      <a:pt x="309890" y="247955"/>
                    </a:lnTo>
                    <a:lnTo>
                      <a:pt x="309890" y="210757"/>
                    </a:lnTo>
                    <a:cubicBezTo>
                      <a:pt x="309890" y="151884"/>
                      <a:pt x="280968" y="139485"/>
                      <a:pt x="232433" y="139485"/>
                    </a:cubicBezTo>
                    <a:cubicBezTo>
                      <a:pt x="166313" y="139485"/>
                      <a:pt x="92979" y="143607"/>
                      <a:pt x="60966" y="146699"/>
                    </a:cubicBezTo>
                    <a:lnTo>
                      <a:pt x="55813" y="146699"/>
                    </a:lnTo>
                    <a:cubicBezTo>
                      <a:pt x="45475" y="146699"/>
                      <a:pt x="37229" y="141546"/>
                      <a:pt x="37229" y="128116"/>
                    </a:cubicBezTo>
                    <a:lnTo>
                      <a:pt x="37229" y="44444"/>
                    </a:lnTo>
                    <a:cubicBezTo>
                      <a:pt x="37229" y="33075"/>
                      <a:pt x="44475" y="24830"/>
                      <a:pt x="56843" y="21707"/>
                    </a:cubicBezTo>
                    <a:cubicBezTo>
                      <a:pt x="95072" y="12399"/>
                      <a:pt x="167375" y="0"/>
                      <a:pt x="235556" y="0"/>
                    </a:cubicBezTo>
                    <a:cubicBezTo>
                      <a:pt x="384317" y="0"/>
                      <a:pt x="477265" y="59904"/>
                      <a:pt x="477265" y="210726"/>
                    </a:cubicBezTo>
                    <a:lnTo>
                      <a:pt x="477265" y="579489"/>
                    </a:lnTo>
                    <a:cubicBezTo>
                      <a:pt x="477265" y="590858"/>
                      <a:pt x="467958" y="600134"/>
                      <a:pt x="456620" y="600134"/>
                    </a:cubicBezTo>
                    <a:close/>
                    <a:moveTo>
                      <a:pt x="313013" y="347119"/>
                    </a:moveTo>
                    <a:lnTo>
                      <a:pt x="254139" y="347119"/>
                    </a:lnTo>
                    <a:cubicBezTo>
                      <a:pt x="181836" y="347119"/>
                      <a:pt x="163253" y="371917"/>
                      <a:pt x="163253" y="422514"/>
                    </a:cubicBezTo>
                    <a:lnTo>
                      <a:pt x="163253" y="431822"/>
                    </a:lnTo>
                    <a:cubicBezTo>
                      <a:pt x="163253" y="475204"/>
                      <a:pt x="184959" y="483480"/>
                      <a:pt x="228341" y="483480"/>
                    </a:cubicBezTo>
                    <a:cubicBezTo>
                      <a:pt x="259324" y="483480"/>
                      <a:pt x="288245" y="473142"/>
                      <a:pt x="313044" y="460743"/>
                    </a:cubicBezTo>
                    <a:lnTo>
                      <a:pt x="313044" y="347119"/>
                    </a:lnTo>
                    <a:close/>
                  </a:path>
                </a:pathLst>
              </a:custGeom>
              <a:solidFill>
                <a:schemeClr val="bg1"/>
              </a:solidFill>
              <a:ln w="3123"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D75A5C20-A983-172A-006D-CCB26D2F3713}"/>
                  </a:ext>
                </a:extLst>
              </p:cNvPr>
              <p:cNvSpPr/>
              <p:nvPr/>
            </p:nvSpPr>
            <p:spPr>
              <a:xfrm>
                <a:off x="3930034" y="3638948"/>
                <a:ext cx="324350" cy="600196"/>
              </a:xfrm>
              <a:custGeom>
                <a:avLst/>
                <a:gdLst>
                  <a:gd name="connsiteX0" fmla="*/ 308890 w 324350"/>
                  <a:gd name="connsiteY0" fmla="*/ 138423 h 600196"/>
                  <a:gd name="connsiteX1" fmla="*/ 300613 w 324350"/>
                  <a:gd name="connsiteY1" fmla="*/ 138423 h 600196"/>
                  <a:gd name="connsiteX2" fmla="*/ 167344 w 324350"/>
                  <a:gd name="connsiteY2" fmla="*/ 174590 h 600196"/>
                  <a:gd name="connsiteX3" fmla="*/ 167344 w 324350"/>
                  <a:gd name="connsiteY3" fmla="*/ 578490 h 600196"/>
                  <a:gd name="connsiteX4" fmla="*/ 146699 w 324350"/>
                  <a:gd name="connsiteY4" fmla="*/ 600196 h 600196"/>
                  <a:gd name="connsiteX5" fmla="*/ 21707 w 324350"/>
                  <a:gd name="connsiteY5" fmla="*/ 600196 h 600196"/>
                  <a:gd name="connsiteX6" fmla="*/ 0 w 324350"/>
                  <a:gd name="connsiteY6" fmla="*/ 578490 h 600196"/>
                  <a:gd name="connsiteX7" fmla="*/ 0 w 324350"/>
                  <a:gd name="connsiteY7" fmla="*/ 28953 h 600196"/>
                  <a:gd name="connsiteX8" fmla="*/ 20676 w 324350"/>
                  <a:gd name="connsiteY8" fmla="*/ 8308 h 600196"/>
                  <a:gd name="connsiteX9" fmla="*/ 143607 w 324350"/>
                  <a:gd name="connsiteY9" fmla="*/ 8308 h 600196"/>
                  <a:gd name="connsiteX10" fmla="*/ 164252 w 324350"/>
                  <a:gd name="connsiteY10" fmla="*/ 28953 h 600196"/>
                  <a:gd name="connsiteX11" fmla="*/ 164252 w 324350"/>
                  <a:gd name="connsiteY11" fmla="*/ 49597 h 600196"/>
                  <a:gd name="connsiteX12" fmla="*/ 303706 w 324350"/>
                  <a:gd name="connsiteY12" fmla="*/ 0 h 600196"/>
                  <a:gd name="connsiteX13" fmla="*/ 324350 w 324350"/>
                  <a:gd name="connsiteY13" fmla="*/ 20645 h 600196"/>
                  <a:gd name="connsiteX14" fmla="*/ 324350 w 324350"/>
                  <a:gd name="connsiteY14" fmla="*/ 118777 h 600196"/>
                  <a:gd name="connsiteX15" fmla="*/ 308859 w 324350"/>
                  <a:gd name="connsiteY15" fmla="*/ 138392 h 60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4350" h="600196">
                    <a:moveTo>
                      <a:pt x="308890" y="138423"/>
                    </a:moveTo>
                    <a:lnTo>
                      <a:pt x="300613" y="138423"/>
                    </a:lnTo>
                    <a:cubicBezTo>
                      <a:pt x="249985" y="138423"/>
                      <a:pt x="205573" y="153914"/>
                      <a:pt x="167344" y="174590"/>
                    </a:cubicBezTo>
                    <a:lnTo>
                      <a:pt x="167344" y="578490"/>
                    </a:lnTo>
                    <a:cubicBezTo>
                      <a:pt x="167344" y="589858"/>
                      <a:pt x="158037" y="600196"/>
                      <a:pt x="146699" y="600196"/>
                    </a:cubicBezTo>
                    <a:lnTo>
                      <a:pt x="21707" y="600196"/>
                    </a:lnTo>
                    <a:cubicBezTo>
                      <a:pt x="10338" y="600196"/>
                      <a:pt x="0" y="589858"/>
                      <a:pt x="0" y="578490"/>
                    </a:cubicBezTo>
                    <a:lnTo>
                      <a:pt x="0" y="28953"/>
                    </a:lnTo>
                    <a:cubicBezTo>
                      <a:pt x="0" y="17584"/>
                      <a:pt x="9307" y="8308"/>
                      <a:pt x="20676" y="8308"/>
                    </a:cubicBezTo>
                    <a:lnTo>
                      <a:pt x="143607" y="8308"/>
                    </a:lnTo>
                    <a:cubicBezTo>
                      <a:pt x="154976" y="8308"/>
                      <a:pt x="164252" y="17615"/>
                      <a:pt x="164252" y="28953"/>
                    </a:cubicBezTo>
                    <a:lnTo>
                      <a:pt x="164252" y="49597"/>
                    </a:lnTo>
                    <a:cubicBezTo>
                      <a:pt x="202481" y="17584"/>
                      <a:pt x="254108" y="0"/>
                      <a:pt x="303706" y="0"/>
                    </a:cubicBezTo>
                    <a:cubicBezTo>
                      <a:pt x="315074" y="0"/>
                      <a:pt x="324350" y="9307"/>
                      <a:pt x="324350" y="20645"/>
                    </a:cubicBezTo>
                    <a:lnTo>
                      <a:pt x="324350" y="118777"/>
                    </a:lnTo>
                    <a:cubicBezTo>
                      <a:pt x="324350" y="128085"/>
                      <a:pt x="318166" y="138392"/>
                      <a:pt x="308859" y="138392"/>
                    </a:cubicBezTo>
                    <a:close/>
                  </a:path>
                </a:pathLst>
              </a:custGeom>
              <a:solidFill>
                <a:schemeClr val="bg1"/>
              </a:solidFill>
              <a:ln w="3123" cap="flat">
                <a:noFill/>
                <a:prstDash val="solid"/>
                <a:miter/>
              </a:ln>
            </p:spPr>
            <p:txBody>
              <a:bodyPr rtlCol="0" anchor="ctr"/>
              <a:lstStyle/>
              <a:p>
                <a:endParaRPr lang="pt-BR"/>
              </a:p>
            </p:txBody>
          </p:sp>
        </p:grpSp>
        <p:grpSp>
          <p:nvGrpSpPr>
            <p:cNvPr id="35" name="Gráfico 15">
              <a:extLst>
                <a:ext uri="{FF2B5EF4-FFF2-40B4-BE49-F238E27FC236}">
                  <a16:creationId xmlns:a16="http://schemas.microsoft.com/office/drawing/2014/main" id="{5005D4E2-2063-738F-D5AF-858800467594}"/>
                </a:ext>
              </a:extLst>
            </p:cNvPr>
            <p:cNvGrpSpPr/>
            <p:nvPr/>
          </p:nvGrpSpPr>
          <p:grpSpPr>
            <a:xfrm>
              <a:off x="2884118" y="2426362"/>
              <a:ext cx="959116" cy="1068354"/>
              <a:chOff x="2884118" y="2426362"/>
              <a:chExt cx="959116" cy="1068354"/>
            </a:xfrm>
            <a:solidFill>
              <a:schemeClr val="bg1"/>
            </a:solidFill>
          </p:grpSpPr>
          <p:sp>
            <p:nvSpPr>
              <p:cNvPr id="36" name="Forma Livre: Forma 35">
                <a:extLst>
                  <a:ext uri="{FF2B5EF4-FFF2-40B4-BE49-F238E27FC236}">
                    <a16:creationId xmlns:a16="http://schemas.microsoft.com/office/drawing/2014/main" id="{32260FA6-E55E-8C53-54FF-D4175FAB34AA}"/>
                  </a:ext>
                </a:extLst>
              </p:cNvPr>
              <p:cNvSpPr/>
              <p:nvPr/>
            </p:nvSpPr>
            <p:spPr>
              <a:xfrm>
                <a:off x="3370502" y="2818310"/>
                <a:ext cx="472731" cy="676406"/>
              </a:xfrm>
              <a:custGeom>
                <a:avLst/>
                <a:gdLst>
                  <a:gd name="connsiteX0" fmla="*/ 466927 w 472731"/>
                  <a:gd name="connsiteY0" fmla="*/ 170251 h 676406"/>
                  <a:gd name="connsiteX1" fmla="*/ 427824 w 472731"/>
                  <a:gd name="connsiteY1" fmla="*/ 89984 h 676406"/>
                  <a:gd name="connsiteX2" fmla="*/ 362173 w 472731"/>
                  <a:gd name="connsiteY2" fmla="*/ 16337 h 676406"/>
                  <a:gd name="connsiteX3" fmla="*/ 357051 w 472731"/>
                  <a:gd name="connsiteY3" fmla="*/ 11559 h 676406"/>
                  <a:gd name="connsiteX4" fmla="*/ 351335 w 472731"/>
                  <a:gd name="connsiteY4" fmla="*/ 7405 h 676406"/>
                  <a:gd name="connsiteX5" fmla="*/ 350586 w 472731"/>
                  <a:gd name="connsiteY5" fmla="*/ 6936 h 676406"/>
                  <a:gd name="connsiteX6" fmla="*/ 346963 w 472731"/>
                  <a:gd name="connsiteY6" fmla="*/ 4969 h 676406"/>
                  <a:gd name="connsiteX7" fmla="*/ 345713 w 472731"/>
                  <a:gd name="connsiteY7" fmla="*/ 4469 h 676406"/>
                  <a:gd name="connsiteX8" fmla="*/ 337124 w 472731"/>
                  <a:gd name="connsiteY8" fmla="*/ 1439 h 676406"/>
                  <a:gd name="connsiteX9" fmla="*/ 308547 w 472731"/>
                  <a:gd name="connsiteY9" fmla="*/ 2845 h 676406"/>
                  <a:gd name="connsiteX10" fmla="*/ 285528 w 472731"/>
                  <a:gd name="connsiteY10" fmla="*/ 19648 h 676406"/>
                  <a:gd name="connsiteX11" fmla="*/ 279969 w 472731"/>
                  <a:gd name="connsiteY11" fmla="*/ 28955 h 676406"/>
                  <a:gd name="connsiteX12" fmla="*/ 276408 w 472731"/>
                  <a:gd name="connsiteY12" fmla="*/ 40230 h 676406"/>
                  <a:gd name="connsiteX13" fmla="*/ 275503 w 472731"/>
                  <a:gd name="connsiteY13" fmla="*/ 47320 h 676406"/>
                  <a:gd name="connsiteX14" fmla="*/ 275596 w 472731"/>
                  <a:gd name="connsiteY14" fmla="*/ 53473 h 676406"/>
                  <a:gd name="connsiteX15" fmla="*/ 275596 w 472731"/>
                  <a:gd name="connsiteY15" fmla="*/ 53629 h 676406"/>
                  <a:gd name="connsiteX16" fmla="*/ 280469 w 472731"/>
                  <a:gd name="connsiteY16" fmla="*/ 58470 h 676406"/>
                  <a:gd name="connsiteX17" fmla="*/ 315043 w 472731"/>
                  <a:gd name="connsiteY17" fmla="*/ 92576 h 676406"/>
                  <a:gd name="connsiteX18" fmla="*/ 346619 w 472731"/>
                  <a:gd name="connsiteY18" fmla="*/ 123715 h 676406"/>
                  <a:gd name="connsiteX19" fmla="*/ 351117 w 472731"/>
                  <a:gd name="connsiteY19" fmla="*/ 128462 h 676406"/>
                  <a:gd name="connsiteX20" fmla="*/ 372074 w 472731"/>
                  <a:gd name="connsiteY20" fmla="*/ 162443 h 676406"/>
                  <a:gd name="connsiteX21" fmla="*/ 380319 w 472731"/>
                  <a:gd name="connsiteY21" fmla="*/ 259139 h 676406"/>
                  <a:gd name="connsiteX22" fmla="*/ 371574 w 472731"/>
                  <a:gd name="connsiteY22" fmla="*/ 283469 h 676406"/>
                  <a:gd name="connsiteX23" fmla="*/ 353209 w 472731"/>
                  <a:gd name="connsiteY23" fmla="*/ 314233 h 676406"/>
                  <a:gd name="connsiteX24" fmla="*/ 22081 w 472731"/>
                  <a:gd name="connsiteY24" fmla="*/ 652389 h 676406"/>
                  <a:gd name="connsiteX25" fmla="*/ 0 w 472731"/>
                  <a:gd name="connsiteY25" fmla="*/ 676406 h 676406"/>
                  <a:gd name="connsiteX26" fmla="*/ 122400 w 472731"/>
                  <a:gd name="connsiteY26" fmla="*/ 676406 h 676406"/>
                  <a:gd name="connsiteX27" fmla="*/ 215505 w 472731"/>
                  <a:gd name="connsiteY27" fmla="*/ 583271 h 676406"/>
                  <a:gd name="connsiteX28" fmla="*/ 366514 w 472731"/>
                  <a:gd name="connsiteY28" fmla="*/ 425859 h 676406"/>
                  <a:gd name="connsiteX29" fmla="*/ 375447 w 472731"/>
                  <a:gd name="connsiteY29" fmla="*/ 416020 h 676406"/>
                  <a:gd name="connsiteX30" fmla="*/ 438068 w 472731"/>
                  <a:gd name="connsiteY30" fmla="*/ 344592 h 676406"/>
                  <a:gd name="connsiteX31" fmla="*/ 466927 w 472731"/>
                  <a:gd name="connsiteY31" fmla="*/ 170220 h 676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72731" h="676406">
                    <a:moveTo>
                      <a:pt x="466927" y="170251"/>
                    </a:moveTo>
                    <a:cubicBezTo>
                      <a:pt x="456808" y="137863"/>
                      <a:pt x="443846" y="112658"/>
                      <a:pt x="427824" y="89984"/>
                    </a:cubicBezTo>
                    <a:cubicBezTo>
                      <a:pt x="409803" y="64467"/>
                      <a:pt x="388002" y="42166"/>
                      <a:pt x="362173" y="16337"/>
                    </a:cubicBezTo>
                    <a:cubicBezTo>
                      <a:pt x="360517" y="14682"/>
                      <a:pt x="358831" y="13058"/>
                      <a:pt x="357051" y="11559"/>
                    </a:cubicBezTo>
                    <a:cubicBezTo>
                      <a:pt x="355270" y="10028"/>
                      <a:pt x="353365" y="8623"/>
                      <a:pt x="351335" y="7405"/>
                    </a:cubicBezTo>
                    <a:lnTo>
                      <a:pt x="350586" y="6936"/>
                    </a:lnTo>
                    <a:cubicBezTo>
                      <a:pt x="349430" y="6218"/>
                      <a:pt x="348212" y="5499"/>
                      <a:pt x="346963" y="4969"/>
                    </a:cubicBezTo>
                    <a:lnTo>
                      <a:pt x="345713" y="4469"/>
                    </a:lnTo>
                    <a:cubicBezTo>
                      <a:pt x="342902" y="3313"/>
                      <a:pt x="340185" y="2189"/>
                      <a:pt x="337124" y="1439"/>
                    </a:cubicBezTo>
                    <a:cubicBezTo>
                      <a:pt x="327068" y="-997"/>
                      <a:pt x="317260" y="-216"/>
                      <a:pt x="308547" y="2845"/>
                    </a:cubicBezTo>
                    <a:cubicBezTo>
                      <a:pt x="299208" y="6155"/>
                      <a:pt x="291150" y="12121"/>
                      <a:pt x="285528" y="19648"/>
                    </a:cubicBezTo>
                    <a:cubicBezTo>
                      <a:pt x="283342" y="22552"/>
                      <a:pt x="281499" y="25582"/>
                      <a:pt x="279969" y="28955"/>
                    </a:cubicBezTo>
                    <a:cubicBezTo>
                      <a:pt x="278438" y="32328"/>
                      <a:pt x="277252" y="35982"/>
                      <a:pt x="276408" y="40230"/>
                    </a:cubicBezTo>
                    <a:cubicBezTo>
                      <a:pt x="276002" y="42229"/>
                      <a:pt x="275659" y="44790"/>
                      <a:pt x="275503" y="47320"/>
                    </a:cubicBezTo>
                    <a:cubicBezTo>
                      <a:pt x="275378" y="49475"/>
                      <a:pt x="275378" y="51630"/>
                      <a:pt x="275596" y="53473"/>
                    </a:cubicBezTo>
                    <a:lnTo>
                      <a:pt x="275596" y="53629"/>
                    </a:lnTo>
                    <a:cubicBezTo>
                      <a:pt x="275596" y="53629"/>
                      <a:pt x="280469" y="58470"/>
                      <a:pt x="280469" y="58470"/>
                    </a:cubicBezTo>
                    <a:cubicBezTo>
                      <a:pt x="291962" y="69964"/>
                      <a:pt x="303487" y="81270"/>
                      <a:pt x="315043" y="92576"/>
                    </a:cubicBezTo>
                    <a:cubicBezTo>
                      <a:pt x="325537" y="102851"/>
                      <a:pt x="336031" y="113158"/>
                      <a:pt x="346619" y="123715"/>
                    </a:cubicBezTo>
                    <a:cubicBezTo>
                      <a:pt x="348149" y="125245"/>
                      <a:pt x="349649" y="126838"/>
                      <a:pt x="351117" y="128462"/>
                    </a:cubicBezTo>
                    <a:cubicBezTo>
                      <a:pt x="359799" y="140143"/>
                      <a:pt x="367701" y="152730"/>
                      <a:pt x="372074" y="162443"/>
                    </a:cubicBezTo>
                    <a:cubicBezTo>
                      <a:pt x="385191" y="191708"/>
                      <a:pt x="388533" y="227188"/>
                      <a:pt x="380319" y="259139"/>
                    </a:cubicBezTo>
                    <a:cubicBezTo>
                      <a:pt x="377290" y="271008"/>
                      <a:pt x="372511" y="281408"/>
                      <a:pt x="371574" y="283469"/>
                    </a:cubicBezTo>
                    <a:cubicBezTo>
                      <a:pt x="365515" y="296837"/>
                      <a:pt x="358612" y="307112"/>
                      <a:pt x="353209" y="314233"/>
                    </a:cubicBezTo>
                    <a:cubicBezTo>
                      <a:pt x="241303" y="426796"/>
                      <a:pt x="133988" y="539858"/>
                      <a:pt x="22081" y="652389"/>
                    </a:cubicBezTo>
                    <a:cubicBezTo>
                      <a:pt x="14867" y="661196"/>
                      <a:pt x="7433" y="669036"/>
                      <a:pt x="0" y="676406"/>
                    </a:cubicBezTo>
                    <a:lnTo>
                      <a:pt x="122400" y="676406"/>
                    </a:lnTo>
                    <a:lnTo>
                      <a:pt x="215505" y="583271"/>
                    </a:lnTo>
                    <a:cubicBezTo>
                      <a:pt x="266664" y="532112"/>
                      <a:pt x="315105" y="476799"/>
                      <a:pt x="366514" y="425859"/>
                    </a:cubicBezTo>
                    <a:cubicBezTo>
                      <a:pt x="370075" y="422329"/>
                      <a:pt x="371917" y="419487"/>
                      <a:pt x="375447" y="416020"/>
                    </a:cubicBezTo>
                    <a:cubicBezTo>
                      <a:pt x="399277" y="392471"/>
                      <a:pt x="420515" y="373607"/>
                      <a:pt x="438068" y="344592"/>
                    </a:cubicBezTo>
                    <a:cubicBezTo>
                      <a:pt x="470456" y="291090"/>
                      <a:pt x="480326" y="228969"/>
                      <a:pt x="466927" y="170220"/>
                    </a:cubicBezTo>
                    <a:close/>
                  </a:path>
                </a:pathLst>
              </a:custGeom>
              <a:solidFill>
                <a:srgbClr val="D4FF00"/>
              </a:solidFill>
              <a:ln w="3123"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58ED4496-8DFC-D814-4EC0-505741CF72E0}"/>
                  </a:ext>
                </a:extLst>
              </p:cNvPr>
              <p:cNvSpPr/>
              <p:nvPr/>
            </p:nvSpPr>
            <p:spPr>
              <a:xfrm>
                <a:off x="2884118" y="2426362"/>
                <a:ext cx="779212" cy="397135"/>
              </a:xfrm>
              <a:custGeom>
                <a:avLst/>
                <a:gdLst>
                  <a:gd name="connsiteX0" fmla="*/ 167125 w 779212"/>
                  <a:gd name="connsiteY0" fmla="*/ 192999 h 397135"/>
                  <a:gd name="connsiteX1" fmla="*/ 237399 w 779212"/>
                  <a:gd name="connsiteY1" fmla="*/ 126911 h 397135"/>
                  <a:gd name="connsiteX2" fmla="*/ 284591 w 779212"/>
                  <a:gd name="connsiteY2" fmla="*/ 96959 h 397135"/>
                  <a:gd name="connsiteX3" fmla="*/ 331690 w 779212"/>
                  <a:gd name="connsiteY3" fmla="*/ 87995 h 397135"/>
                  <a:gd name="connsiteX4" fmla="*/ 420859 w 779212"/>
                  <a:gd name="connsiteY4" fmla="*/ 111357 h 397135"/>
                  <a:gd name="connsiteX5" fmla="*/ 506092 w 779212"/>
                  <a:gd name="connsiteY5" fmla="*/ 190844 h 397135"/>
                  <a:gd name="connsiteX6" fmla="*/ 637332 w 779212"/>
                  <a:gd name="connsiteY6" fmla="*/ 321646 h 397135"/>
                  <a:gd name="connsiteX7" fmla="*/ 644578 w 779212"/>
                  <a:gd name="connsiteY7" fmla="*/ 329392 h 397135"/>
                  <a:gd name="connsiteX8" fmla="*/ 599009 w 779212"/>
                  <a:gd name="connsiteY8" fmla="*/ 387547 h 397135"/>
                  <a:gd name="connsiteX9" fmla="*/ 607286 w 779212"/>
                  <a:gd name="connsiteY9" fmla="*/ 395824 h 397135"/>
                  <a:gd name="connsiteX10" fmla="*/ 617405 w 779212"/>
                  <a:gd name="connsiteY10" fmla="*/ 397135 h 397135"/>
                  <a:gd name="connsiteX11" fmla="*/ 625089 w 779212"/>
                  <a:gd name="connsiteY11" fmla="*/ 395230 h 397135"/>
                  <a:gd name="connsiteX12" fmla="*/ 649325 w 779212"/>
                  <a:gd name="connsiteY12" fmla="*/ 389921 h 397135"/>
                  <a:gd name="connsiteX13" fmla="*/ 737120 w 779212"/>
                  <a:gd name="connsiteY13" fmla="*/ 372118 h 397135"/>
                  <a:gd name="connsiteX14" fmla="*/ 745147 w 779212"/>
                  <a:gd name="connsiteY14" fmla="*/ 369713 h 397135"/>
                  <a:gd name="connsiteX15" fmla="*/ 773349 w 779212"/>
                  <a:gd name="connsiteY15" fmla="*/ 274173 h 397135"/>
                  <a:gd name="connsiteX16" fmla="*/ 772506 w 779212"/>
                  <a:gd name="connsiteY16" fmla="*/ 236506 h 397135"/>
                  <a:gd name="connsiteX17" fmla="*/ 753673 w 779212"/>
                  <a:gd name="connsiteY17" fmla="*/ 235694 h 397135"/>
                  <a:gd name="connsiteX18" fmla="*/ 713039 w 779212"/>
                  <a:gd name="connsiteY18" fmla="*/ 272049 h 397135"/>
                  <a:gd name="connsiteX19" fmla="*/ 700109 w 779212"/>
                  <a:gd name="connsiteY19" fmla="*/ 261492 h 397135"/>
                  <a:gd name="connsiteX20" fmla="*/ 700109 w 779212"/>
                  <a:gd name="connsiteY20" fmla="*/ 261492 h 397135"/>
                  <a:gd name="connsiteX21" fmla="*/ 663661 w 779212"/>
                  <a:gd name="connsiteY21" fmla="*/ 225044 h 397135"/>
                  <a:gd name="connsiteX22" fmla="*/ 625401 w 779212"/>
                  <a:gd name="connsiteY22" fmla="*/ 185878 h 397135"/>
                  <a:gd name="connsiteX23" fmla="*/ 529548 w 779212"/>
                  <a:gd name="connsiteY23" fmla="*/ 90026 h 397135"/>
                  <a:gd name="connsiteX24" fmla="*/ 509747 w 779212"/>
                  <a:gd name="connsiteY24" fmla="*/ 71130 h 397135"/>
                  <a:gd name="connsiteX25" fmla="*/ 479076 w 779212"/>
                  <a:gd name="connsiteY25" fmla="*/ 44270 h 397135"/>
                  <a:gd name="connsiteX26" fmla="*/ 442753 w 779212"/>
                  <a:gd name="connsiteY26" fmla="*/ 22907 h 397135"/>
                  <a:gd name="connsiteX27" fmla="*/ 297334 w 779212"/>
                  <a:gd name="connsiteY27" fmla="*/ 2824 h 397135"/>
                  <a:gd name="connsiteX28" fmla="*/ 175964 w 779212"/>
                  <a:gd name="connsiteY28" fmla="*/ 62697 h 397135"/>
                  <a:gd name="connsiteX29" fmla="*/ 151009 w 779212"/>
                  <a:gd name="connsiteY29" fmla="*/ 85466 h 397135"/>
                  <a:gd name="connsiteX30" fmla="*/ 126586 w 779212"/>
                  <a:gd name="connsiteY30" fmla="*/ 109327 h 397135"/>
                  <a:gd name="connsiteX31" fmla="*/ 0 w 779212"/>
                  <a:gd name="connsiteY31" fmla="*/ 235944 h 397135"/>
                  <a:gd name="connsiteX32" fmla="*/ 124962 w 779212"/>
                  <a:gd name="connsiteY32" fmla="*/ 235944 h 397135"/>
                  <a:gd name="connsiteX33" fmla="*/ 167188 w 779212"/>
                  <a:gd name="connsiteY33" fmla="*/ 193062 h 39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9212" h="397135">
                    <a:moveTo>
                      <a:pt x="167125" y="192999"/>
                    </a:moveTo>
                    <a:cubicBezTo>
                      <a:pt x="191799" y="162797"/>
                      <a:pt x="219784" y="141591"/>
                      <a:pt x="237399" y="126911"/>
                    </a:cubicBezTo>
                    <a:cubicBezTo>
                      <a:pt x="258449" y="109359"/>
                      <a:pt x="271005" y="102113"/>
                      <a:pt x="284591" y="96959"/>
                    </a:cubicBezTo>
                    <a:cubicBezTo>
                      <a:pt x="299614" y="91244"/>
                      <a:pt x="315730" y="87995"/>
                      <a:pt x="331690" y="87995"/>
                    </a:cubicBezTo>
                    <a:cubicBezTo>
                      <a:pt x="370137" y="87995"/>
                      <a:pt x="390282" y="92961"/>
                      <a:pt x="420859" y="111357"/>
                    </a:cubicBezTo>
                    <a:cubicBezTo>
                      <a:pt x="445876" y="126412"/>
                      <a:pt x="487478" y="172230"/>
                      <a:pt x="506092" y="190844"/>
                    </a:cubicBezTo>
                    <a:lnTo>
                      <a:pt x="637332" y="321646"/>
                    </a:lnTo>
                    <a:cubicBezTo>
                      <a:pt x="638331" y="322864"/>
                      <a:pt x="644203" y="328674"/>
                      <a:pt x="644578" y="329392"/>
                    </a:cubicBezTo>
                    <a:cubicBezTo>
                      <a:pt x="634427" y="345133"/>
                      <a:pt x="592888" y="367027"/>
                      <a:pt x="599009" y="387547"/>
                    </a:cubicBezTo>
                    <a:cubicBezTo>
                      <a:pt x="600384" y="392138"/>
                      <a:pt x="603382" y="394606"/>
                      <a:pt x="607286" y="395824"/>
                    </a:cubicBezTo>
                    <a:lnTo>
                      <a:pt x="617405" y="397135"/>
                    </a:lnTo>
                    <a:cubicBezTo>
                      <a:pt x="619498" y="395449"/>
                      <a:pt x="622215" y="395730"/>
                      <a:pt x="625089" y="395230"/>
                    </a:cubicBezTo>
                    <a:lnTo>
                      <a:pt x="649325" y="389921"/>
                    </a:lnTo>
                    <a:cubicBezTo>
                      <a:pt x="670719" y="385798"/>
                      <a:pt x="716943" y="377303"/>
                      <a:pt x="737120" y="372118"/>
                    </a:cubicBezTo>
                    <a:cubicBezTo>
                      <a:pt x="739181" y="371587"/>
                      <a:pt x="743647" y="371400"/>
                      <a:pt x="745147" y="369713"/>
                    </a:cubicBezTo>
                    <a:lnTo>
                      <a:pt x="773349" y="274173"/>
                    </a:lnTo>
                    <a:cubicBezTo>
                      <a:pt x="777004" y="262148"/>
                      <a:pt x="784906" y="245501"/>
                      <a:pt x="772506" y="236506"/>
                    </a:cubicBezTo>
                    <a:cubicBezTo>
                      <a:pt x="767509" y="232883"/>
                      <a:pt x="758202" y="231946"/>
                      <a:pt x="753673" y="235694"/>
                    </a:cubicBezTo>
                    <a:cubicBezTo>
                      <a:pt x="747083" y="242378"/>
                      <a:pt x="719067" y="269863"/>
                      <a:pt x="713039" y="272049"/>
                    </a:cubicBezTo>
                    <a:cubicBezTo>
                      <a:pt x="712352" y="272049"/>
                      <a:pt x="703638" y="264866"/>
                      <a:pt x="700109" y="261492"/>
                    </a:cubicBezTo>
                    <a:lnTo>
                      <a:pt x="700109" y="261492"/>
                    </a:lnTo>
                    <a:cubicBezTo>
                      <a:pt x="700109" y="261492"/>
                      <a:pt x="663661" y="225044"/>
                      <a:pt x="663661" y="225044"/>
                    </a:cubicBezTo>
                    <a:cubicBezTo>
                      <a:pt x="650512" y="211895"/>
                      <a:pt x="638550" y="199059"/>
                      <a:pt x="625401" y="185878"/>
                    </a:cubicBezTo>
                    <a:lnTo>
                      <a:pt x="529548" y="90026"/>
                    </a:lnTo>
                    <a:cubicBezTo>
                      <a:pt x="522802" y="83279"/>
                      <a:pt x="516493" y="77845"/>
                      <a:pt x="509747" y="71130"/>
                    </a:cubicBezTo>
                    <a:cubicBezTo>
                      <a:pt x="498565" y="59949"/>
                      <a:pt x="489258" y="51610"/>
                      <a:pt x="479076" y="44270"/>
                    </a:cubicBezTo>
                    <a:cubicBezTo>
                      <a:pt x="479076" y="44270"/>
                      <a:pt x="463741" y="32776"/>
                      <a:pt x="442753" y="22907"/>
                    </a:cubicBezTo>
                    <a:cubicBezTo>
                      <a:pt x="370543" y="-11105"/>
                      <a:pt x="297334" y="2824"/>
                      <a:pt x="297334" y="2824"/>
                    </a:cubicBezTo>
                    <a:cubicBezTo>
                      <a:pt x="233089" y="15036"/>
                      <a:pt x="191081" y="47518"/>
                      <a:pt x="175964" y="62697"/>
                    </a:cubicBezTo>
                    <a:cubicBezTo>
                      <a:pt x="167781" y="69912"/>
                      <a:pt x="159442" y="77501"/>
                      <a:pt x="151009" y="85466"/>
                    </a:cubicBezTo>
                    <a:cubicBezTo>
                      <a:pt x="142483" y="93524"/>
                      <a:pt x="134331" y="101488"/>
                      <a:pt x="126586" y="109327"/>
                    </a:cubicBezTo>
                    <a:lnTo>
                      <a:pt x="0" y="235944"/>
                    </a:lnTo>
                    <a:lnTo>
                      <a:pt x="124962" y="235944"/>
                    </a:lnTo>
                    <a:cubicBezTo>
                      <a:pt x="139047" y="221640"/>
                      <a:pt x="153008" y="207335"/>
                      <a:pt x="167188" y="193062"/>
                    </a:cubicBezTo>
                    <a:close/>
                  </a:path>
                </a:pathLst>
              </a:custGeom>
              <a:solidFill>
                <a:srgbClr val="D4FF00"/>
              </a:solidFill>
              <a:ln w="3123"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247795751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864</Words>
  <Application>Microsoft Office PowerPoint</Application>
  <PresentationFormat>Widescreen</PresentationFormat>
  <Paragraphs>109</Paragraphs>
  <Slides>8</Slides>
  <Notes>4</Notes>
  <HiddenSlides>0</HiddenSlides>
  <MMClips>0</MMClips>
  <ScaleCrop>false</ScaleCrop>
  <HeadingPairs>
    <vt:vector size="8" baseType="variant">
      <vt:variant>
        <vt:lpstr>Fontes usadas</vt:lpstr>
      </vt:variant>
      <vt:variant>
        <vt:i4>11</vt:i4>
      </vt:variant>
      <vt:variant>
        <vt:lpstr>Tema</vt:lpstr>
      </vt:variant>
      <vt:variant>
        <vt:i4>1</vt:i4>
      </vt:variant>
      <vt:variant>
        <vt:lpstr>Servidores OLE inseridos</vt:lpstr>
      </vt:variant>
      <vt:variant>
        <vt:i4>1</vt:i4>
      </vt:variant>
      <vt:variant>
        <vt:lpstr>Títulos de slides</vt:lpstr>
      </vt:variant>
      <vt:variant>
        <vt:i4>8</vt:i4>
      </vt:variant>
    </vt:vector>
  </HeadingPairs>
  <TitlesOfParts>
    <vt:vector size="21" baseType="lpstr">
      <vt:lpstr>Aptos</vt:lpstr>
      <vt:lpstr>Aptos Display</vt:lpstr>
      <vt:lpstr>Arial</vt:lpstr>
      <vt:lpstr>Calibri</vt:lpstr>
      <vt:lpstr>Neo Sans medium</vt:lpstr>
      <vt:lpstr>Neo Sans Pro</vt:lpstr>
      <vt:lpstr>Neo Sans Std</vt:lpstr>
      <vt:lpstr>Neo Sans Std Black</vt:lpstr>
      <vt:lpstr>Neo Sans Std Light</vt:lpstr>
      <vt:lpstr>Neo Sans Std Medium</vt:lpstr>
      <vt:lpstr>Wingdings</vt:lpstr>
      <vt:lpstr>Tema do Office</vt:lpstr>
      <vt:lpstr>Worksheet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Matheus Henrique Moreira Correia</dc:creator>
  <cp:lastModifiedBy>Matheus Henrique Moreira Correia</cp:lastModifiedBy>
  <cp:revision>5</cp:revision>
  <dcterms:created xsi:type="dcterms:W3CDTF">2026-10-29T18:56:07Z</dcterms:created>
  <dcterms:modified xsi:type="dcterms:W3CDTF">2026-10-30T17:10:26Z</dcterms:modified>
</cp:coreProperties>
</file>